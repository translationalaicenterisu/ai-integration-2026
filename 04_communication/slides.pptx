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2E26"/>
    <a:srgbClr val="77674E"/>
    <a:srgbClr val="585249"/>
    <a:srgbClr val="343129"/>
    <a:srgbClr val="060400"/>
    <a:srgbClr val="70AD47"/>
    <a:srgbClr val="48BB4F"/>
    <a:srgbClr val="4DC58D"/>
    <a:srgbClr val="54CCCD"/>
    <a:srgbClr val="2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7F0AAC-D694-A543-ABB1-15CC58F8F213}" v="58" dt="2025-04-04T09:21:50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1"/>
    <p:restoredTop sz="96327"/>
  </p:normalViewPr>
  <p:slideViewPr>
    <p:cSldViewPr snapToGrid="0" snapToObjects="1">
      <p:cViewPr varScale="1">
        <p:scale>
          <a:sx n="119" d="100"/>
          <a:sy n="119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Balu" userId="314075414_tp_box_2" providerId="OAuth2" clId="{6E7F0AAC-D694-A543-ABB1-15CC58F8F213}"/>
    <pc:docChg chg="undo custSel addSld delSld modSld sldOrd">
      <pc:chgData name="Aditya Balu" userId="314075414_tp_box_2" providerId="OAuth2" clId="{6E7F0AAC-D694-A543-ABB1-15CC58F8F213}" dt="2025-04-04T09:27:29.046" v="579" actId="20577"/>
      <pc:docMkLst>
        <pc:docMk/>
      </pc:docMkLst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822826155" sldId="258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59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59"/>
            <ac:spMk id="8" creationId="{00000000-0000-0000-0000-00000000000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564334900" sldId="261"/>
        </pc:sldMkLst>
      </pc:sldChg>
      <pc:sldChg chg="add">
        <pc:chgData name="Aditya Balu" userId="314075414_tp_box_2" providerId="OAuth2" clId="{6E7F0AAC-D694-A543-ABB1-15CC58F8F213}" dt="2025-04-04T09:21:50.844" v="481"/>
        <pc:sldMkLst>
          <pc:docMk/>
          <pc:sldMk cId="0" sldId="262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63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63"/>
            <ac:spMk id="25" creationId="{00000000-0000-0000-0000-000000000000}"/>
          </ac:spMkLst>
        </pc:spChg>
      </pc:sldChg>
      <pc:sldChg chg="modSp mod">
        <pc:chgData name="Aditya Balu" userId="314075414_tp_box_2" providerId="OAuth2" clId="{6E7F0AAC-D694-A543-ABB1-15CC58F8F213}" dt="2025-04-04T03:03:53.987" v="15" actId="20577"/>
        <pc:sldMkLst>
          <pc:docMk/>
          <pc:sldMk cId="918489560" sldId="264"/>
        </pc:sldMkLst>
        <pc:spChg chg="mod">
          <ac:chgData name="Aditya Balu" userId="314075414_tp_box_2" providerId="OAuth2" clId="{6E7F0AAC-D694-A543-ABB1-15CC58F8F213}" dt="2025-04-04T03:03:50.179" v="14" actId="20577"/>
          <ac:spMkLst>
            <pc:docMk/>
            <pc:sldMk cId="918489560" sldId="264"/>
            <ac:spMk id="4" creationId="{40F59137-BCDD-40BD-975C-35FE497F7E12}"/>
          </ac:spMkLst>
        </pc:spChg>
        <pc:spChg chg="mod">
          <ac:chgData name="Aditya Balu" userId="314075414_tp_box_2" providerId="OAuth2" clId="{6E7F0AAC-D694-A543-ABB1-15CC58F8F213}" dt="2025-04-04T03:03:53.987" v="15" actId="20577"/>
          <ac:spMkLst>
            <pc:docMk/>
            <pc:sldMk cId="918489560" sldId="264"/>
            <ac:spMk id="5" creationId="{CE9128D9-65A0-4C7E-AE9E-4AAB1DD8A2F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529344429" sldId="266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4156884398" sldId="269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70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0"/>
            <ac:spMk id="9" creationId="{00000000-0000-0000-0000-000000000000}"/>
          </ac:spMkLst>
        </pc:spChg>
      </pc:sldChg>
      <pc:sldChg chg="del">
        <pc:chgData name="Aditya Balu" userId="314075414_tp_box_2" providerId="OAuth2" clId="{6E7F0AAC-D694-A543-ABB1-15CC58F8F213}" dt="2025-04-04T03:07:39.734" v="16" actId="2696"/>
        <pc:sldMkLst>
          <pc:docMk/>
          <pc:sldMk cId="78483366" sldId="270"/>
        </pc:sldMkLst>
      </pc:sldChg>
      <pc:sldChg chg="add del">
        <pc:chgData name="Aditya Balu" userId="314075414_tp_box_2" providerId="OAuth2" clId="{6E7F0AAC-D694-A543-ABB1-15CC58F8F213}" dt="2025-04-04T03:33:40.349" v="246" actId="2696"/>
        <pc:sldMkLst>
          <pc:docMk/>
          <pc:sldMk cId="2962070898" sldId="270"/>
        </pc:sldMkLst>
      </pc:sldChg>
      <pc:sldChg chg="modSp add del">
        <pc:chgData name="Aditya Balu" userId="314075414_tp_box_2" providerId="OAuth2" clId="{6E7F0AAC-D694-A543-ABB1-15CC58F8F213}" dt="2025-04-04T09:22:27.956" v="483" actId="2696"/>
        <pc:sldMkLst>
          <pc:docMk/>
          <pc:sldMk cId="0" sldId="271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1"/>
            <ac:spMk id="5" creationId="{00000000-0000-0000-0000-000000000000}"/>
          </ac:spMkLst>
        </pc:spChg>
      </pc:sldChg>
      <pc:sldChg chg="add">
        <pc:chgData name="Aditya Balu" userId="314075414_tp_box_2" providerId="OAuth2" clId="{6E7F0AAC-D694-A543-ABB1-15CC58F8F213}" dt="2025-04-04T09:21:50.844" v="481"/>
        <pc:sldMkLst>
          <pc:docMk/>
          <pc:sldMk cId="0" sldId="272"/>
        </pc:sldMkLst>
      </pc:sldChg>
      <pc:sldChg chg="addSp modSp del mod">
        <pc:chgData name="Aditya Balu" userId="314075414_tp_box_2" providerId="OAuth2" clId="{6E7F0AAC-D694-A543-ABB1-15CC58F8F213}" dt="2025-04-04T09:18:38.008" v="479" actId="2696"/>
        <pc:sldMkLst>
          <pc:docMk/>
          <pc:sldMk cId="3126356610" sldId="272"/>
        </pc:sldMkLst>
        <pc:spChg chg="mod">
          <ac:chgData name="Aditya Balu" userId="314075414_tp_box_2" providerId="OAuth2" clId="{6E7F0AAC-D694-A543-ABB1-15CC58F8F213}" dt="2025-04-04T09:13:56.790" v="457" actId="20577"/>
          <ac:spMkLst>
            <pc:docMk/>
            <pc:sldMk cId="3126356610" sldId="272"/>
            <ac:spMk id="2" creationId="{8AD343D1-7604-E4AB-1233-773E22CB0986}"/>
          </ac:spMkLst>
        </pc:spChg>
        <pc:spChg chg="mod">
          <ac:chgData name="Aditya Balu" userId="314075414_tp_box_2" providerId="OAuth2" clId="{6E7F0AAC-D694-A543-ABB1-15CC58F8F213}" dt="2025-04-04T03:29:32.272" v="240" actId="20577"/>
          <ac:spMkLst>
            <pc:docMk/>
            <pc:sldMk cId="3126356610" sldId="272"/>
            <ac:spMk id="3" creationId="{D65CA5AD-1F96-A1DC-4E74-0710CA208752}"/>
          </ac:spMkLst>
        </pc:spChg>
        <pc:picChg chg="add mod">
          <ac:chgData name="Aditya Balu" userId="314075414_tp_box_2" providerId="OAuth2" clId="{6E7F0AAC-D694-A543-ABB1-15CC58F8F213}" dt="2025-04-04T03:30:38.860" v="244" actId="1076"/>
          <ac:picMkLst>
            <pc:docMk/>
            <pc:sldMk cId="3126356610" sldId="272"/>
            <ac:picMk id="4" creationId="{89A9BCE4-AAF7-2ED5-CAAB-9B97132E8C08}"/>
          </ac:picMkLst>
        </pc:pic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73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3"/>
            <ac:spMk id="8" creationId="{00000000-0000-0000-0000-000000000000}"/>
          </ac:spMkLst>
        </pc:spChg>
      </pc:sldChg>
      <pc:sldChg chg="del">
        <pc:chgData name="Aditya Balu" userId="314075414_tp_box_2" providerId="OAuth2" clId="{6E7F0AAC-D694-A543-ABB1-15CC58F8F213}" dt="2025-04-04T03:07:41.039" v="17" actId="2696"/>
        <pc:sldMkLst>
          <pc:docMk/>
          <pc:sldMk cId="1255341148" sldId="273"/>
        </pc:sldMkLst>
      </pc:sldChg>
      <pc:sldChg chg="add del">
        <pc:chgData name="Aditya Balu" userId="314075414_tp_box_2" providerId="OAuth2" clId="{6E7F0AAC-D694-A543-ABB1-15CC58F8F213}" dt="2025-04-04T08:58:56.303" v="424" actId="2696"/>
        <pc:sldMkLst>
          <pc:docMk/>
          <pc:sldMk cId="3006500839" sldId="274"/>
        </pc:sldMkLst>
      </pc:sldChg>
      <pc:sldChg chg="add">
        <pc:chgData name="Aditya Balu" userId="314075414_tp_box_2" providerId="OAuth2" clId="{6E7F0AAC-D694-A543-ABB1-15CC58F8F213}" dt="2025-04-04T08:59:03.955" v="425"/>
        <pc:sldMkLst>
          <pc:docMk/>
          <pc:sldMk cId="3354426814" sldId="274"/>
        </pc:sldMkLst>
      </pc:sldChg>
      <pc:sldChg chg="add del">
        <pc:chgData name="Aditya Balu" userId="314075414_tp_box_2" providerId="OAuth2" clId="{6E7F0AAC-D694-A543-ABB1-15CC58F8F213}" dt="2025-04-04T03:49:04.029" v="267" actId="2696"/>
        <pc:sldMkLst>
          <pc:docMk/>
          <pc:sldMk cId="4096989527" sldId="274"/>
        </pc:sldMkLst>
      </pc:sldChg>
      <pc:sldChg chg="add del">
        <pc:chgData name="Aditya Balu" userId="314075414_tp_box_2" providerId="OAuth2" clId="{6E7F0AAC-D694-A543-ABB1-15CC58F8F213}" dt="2025-04-04T08:58:56.303" v="424" actId="2696"/>
        <pc:sldMkLst>
          <pc:docMk/>
          <pc:sldMk cId="1069292667" sldId="275"/>
        </pc:sldMkLst>
      </pc:sldChg>
      <pc:sldChg chg="add">
        <pc:chgData name="Aditya Balu" userId="314075414_tp_box_2" providerId="OAuth2" clId="{6E7F0AAC-D694-A543-ABB1-15CC58F8F213}" dt="2025-04-04T08:59:03.955" v="425"/>
        <pc:sldMkLst>
          <pc:docMk/>
          <pc:sldMk cId="3393512157" sldId="275"/>
        </pc:sldMkLst>
      </pc:sldChg>
      <pc:sldChg chg="delSp modSp add del mod setBg delDesignElem">
        <pc:chgData name="Aditya Balu" userId="314075414_tp_box_2" providerId="OAuth2" clId="{6E7F0AAC-D694-A543-ABB1-15CC58F8F213}" dt="2025-04-04T03:49:04.029" v="267" actId="2696"/>
        <pc:sldMkLst>
          <pc:docMk/>
          <pc:sldMk cId="4168134768" sldId="275"/>
        </pc:sldMkLst>
        <pc:spChg chg="mod">
          <ac:chgData name="Aditya Balu" userId="314075414_tp_box_2" providerId="OAuth2" clId="{6E7F0AAC-D694-A543-ABB1-15CC58F8F213}" dt="2025-04-04T03:35:33.740" v="255" actId="27636"/>
          <ac:spMkLst>
            <pc:docMk/>
            <pc:sldMk cId="4168134768" sldId="275"/>
            <ac:spMk id="2" creationId="{9A64054A-1E65-49F7-1286-77D534C20470}"/>
          </ac:spMkLst>
        </pc:spChg>
        <pc:spChg chg="del">
          <ac:chgData name="Aditya Balu" userId="314075414_tp_box_2" providerId="OAuth2" clId="{6E7F0AAC-D694-A543-ABB1-15CC58F8F213}" dt="2025-04-04T03:35:20.840" v="251"/>
          <ac:spMkLst>
            <pc:docMk/>
            <pc:sldMk cId="4168134768" sldId="275"/>
            <ac:spMk id="20" creationId="{131BAD53-4E89-4F62-BBB7-26359763ED39}"/>
          </ac:spMkLst>
        </pc:spChg>
        <pc:spChg chg="del">
          <ac:chgData name="Aditya Balu" userId="314075414_tp_box_2" providerId="OAuth2" clId="{6E7F0AAC-D694-A543-ABB1-15CC58F8F213}" dt="2025-04-04T03:35:20.840" v="251"/>
          <ac:spMkLst>
            <pc:docMk/>
            <pc:sldMk cId="4168134768" sldId="275"/>
            <ac:spMk id="22" creationId="{62756DA2-40EB-4C6F-B962-5822FFB54FB6}"/>
          </ac:spMkLst>
        </pc:spChg>
        <pc:picChg chg="mod">
          <ac:chgData name="Aditya Balu" userId="314075414_tp_box_2" providerId="OAuth2" clId="{6E7F0AAC-D694-A543-ABB1-15CC58F8F213}" dt="2025-04-04T03:35:25.823" v="253" actId="1076"/>
          <ac:picMkLst>
            <pc:docMk/>
            <pc:sldMk cId="4168134768" sldId="275"/>
            <ac:picMk id="15" creationId="{F76E8BD0-42A0-80AC-C40C-49F409CC62F8}"/>
          </ac:picMkLst>
        </pc:pic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76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76"/>
            <ac:spMk id="7" creationId="{00000000-0000-0000-0000-000000000000}"/>
          </ac:spMkLst>
        </pc:spChg>
      </pc:sldChg>
      <pc:sldChg chg="add del">
        <pc:chgData name="Aditya Balu" userId="314075414_tp_box_2" providerId="OAuth2" clId="{6E7F0AAC-D694-A543-ABB1-15CC58F8F213}" dt="2025-04-04T09:23:02.439" v="484" actId="2696"/>
        <pc:sldMkLst>
          <pc:docMk/>
          <pc:sldMk cId="0" sldId="279"/>
        </pc:sldMkLst>
      </pc:sldChg>
      <pc:sldChg chg="modSp add mod">
        <pc:chgData name="Aditya Balu" userId="314075414_tp_box_2" providerId="OAuth2" clId="{6E7F0AAC-D694-A543-ABB1-15CC58F8F213}" dt="2025-04-04T08:57:11.210" v="421" actId="20577"/>
        <pc:sldMkLst>
          <pc:docMk/>
          <pc:sldMk cId="3283595573" sldId="280"/>
        </pc:sldMkLst>
        <pc:spChg chg="mod">
          <ac:chgData name="Aditya Balu" userId="314075414_tp_box_2" providerId="OAuth2" clId="{6E7F0AAC-D694-A543-ABB1-15CC58F8F213}" dt="2025-04-04T08:57:11.210" v="421" actId="20577"/>
          <ac:spMkLst>
            <pc:docMk/>
            <pc:sldMk cId="3283595573" sldId="280"/>
            <ac:spMk id="4" creationId="{00000000-0000-0000-0000-000000000000}"/>
          </ac:spMkLst>
        </pc:spChg>
      </pc:sldChg>
      <pc:sldChg chg="modSp add mod">
        <pc:chgData name="Aditya Balu" userId="314075414_tp_box_2" providerId="OAuth2" clId="{6E7F0AAC-D694-A543-ABB1-15CC58F8F213}" dt="2025-04-04T08:56:23.345" v="414" actId="27636"/>
        <pc:sldMkLst>
          <pc:docMk/>
          <pc:sldMk cId="4028029322" sldId="281"/>
        </pc:sldMkLst>
        <pc:spChg chg="mod">
          <ac:chgData name="Aditya Balu" userId="314075414_tp_box_2" providerId="OAuth2" clId="{6E7F0AAC-D694-A543-ABB1-15CC58F8F213}" dt="2025-04-04T08:56:23.345" v="414" actId="27636"/>
          <ac:spMkLst>
            <pc:docMk/>
            <pc:sldMk cId="4028029322" sldId="281"/>
            <ac:spMk id="20" creationId="{DD57E480-EE0C-463D-9D0C-12E92581455E}"/>
          </ac:spMkLst>
        </pc:spChg>
      </pc:sldChg>
      <pc:sldChg chg="modSp add del mod">
        <pc:chgData name="Aditya Balu" userId="314075414_tp_box_2" providerId="OAuth2" clId="{6E7F0AAC-D694-A543-ABB1-15CC58F8F213}" dt="2025-04-04T08:56:54.654" v="419" actId="2696"/>
        <pc:sldMkLst>
          <pc:docMk/>
          <pc:sldMk cId="169311189" sldId="282"/>
        </pc:sldMkLst>
        <pc:spChg chg="mod">
          <ac:chgData name="Aditya Balu" userId="314075414_tp_box_2" providerId="OAuth2" clId="{6E7F0AAC-D694-A543-ABB1-15CC58F8F213}" dt="2025-04-04T08:56:23.396" v="416" actId="27636"/>
          <ac:spMkLst>
            <pc:docMk/>
            <pc:sldMk cId="169311189" sldId="282"/>
            <ac:spMk id="2" creationId="{EDBCC8BC-B173-41EE-B624-8022592F081D}"/>
          </ac:spMkLst>
        </pc:spChg>
      </pc:sldChg>
      <pc:sldChg chg="delSp add mod">
        <pc:chgData name="Aditya Balu" userId="314075414_tp_box_2" providerId="OAuth2" clId="{6E7F0AAC-D694-A543-ABB1-15CC58F8F213}" dt="2025-04-04T09:24:28.531" v="494" actId="478"/>
        <pc:sldMkLst>
          <pc:docMk/>
          <pc:sldMk cId="0" sldId="285"/>
        </pc:sldMkLst>
        <pc:spChg chg="del">
          <ac:chgData name="Aditya Balu" userId="314075414_tp_box_2" providerId="OAuth2" clId="{6E7F0AAC-D694-A543-ABB1-15CC58F8F213}" dt="2025-04-04T09:24:25.916" v="493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Aditya Balu" userId="314075414_tp_box_2" providerId="OAuth2" clId="{6E7F0AAC-D694-A543-ABB1-15CC58F8F213}" dt="2025-04-04T09:24:28.531" v="494" actId="478"/>
          <ac:spMkLst>
            <pc:docMk/>
            <pc:sldMk cId="0" sldId="285"/>
            <ac:spMk id="10" creationId="{00000000-0000-0000-0000-000000000000}"/>
          </ac:spMkLst>
        </pc:spChg>
        <pc:grpChg chg="del">
          <ac:chgData name="Aditya Balu" userId="314075414_tp_box_2" providerId="OAuth2" clId="{6E7F0AAC-D694-A543-ABB1-15CC58F8F213}" dt="2025-04-04T09:24:20.837" v="492" actId="478"/>
          <ac:grpSpMkLst>
            <pc:docMk/>
            <pc:sldMk cId="0" sldId="285"/>
            <ac:grpSpMk id="11" creationId="{00000000-0000-0000-0000-000000000000}"/>
          </ac:grpSpMkLst>
        </pc:grpChg>
      </pc:sldChg>
      <pc:sldChg chg="modSp add mod">
        <pc:chgData name="Aditya Balu" userId="314075414_tp_box_2" providerId="OAuth2" clId="{6E7F0AAC-D694-A543-ABB1-15CC58F8F213}" dt="2025-04-04T08:56:23.389" v="415" actId="27636"/>
        <pc:sldMkLst>
          <pc:docMk/>
          <pc:sldMk cId="110121045" sldId="287"/>
        </pc:sldMkLst>
        <pc:spChg chg="mod">
          <ac:chgData name="Aditya Balu" userId="314075414_tp_box_2" providerId="OAuth2" clId="{6E7F0AAC-D694-A543-ABB1-15CC58F8F213}" dt="2025-04-04T08:56:23.389" v="415" actId="27636"/>
          <ac:spMkLst>
            <pc:docMk/>
            <pc:sldMk cId="110121045" sldId="287"/>
            <ac:spMk id="45" creationId="{4172FC21-46BE-4DD6-96E8-5BCAA943E5C4}"/>
          </ac:spMkLst>
        </pc:sp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88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88"/>
            <ac:spMk id="5" creationId="{00000000-0000-0000-0000-000000000000}"/>
          </ac:spMkLst>
        </pc:sp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89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89"/>
            <ac:spMk id="11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27.554" v="487" actId="2696"/>
        <pc:sldMkLst>
          <pc:docMk/>
          <pc:sldMk cId="0" sldId="290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0"/>
            <ac:spMk id="9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30.845" v="488" actId="2696"/>
        <pc:sldMkLst>
          <pc:docMk/>
          <pc:sldMk cId="0" sldId="291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1"/>
            <ac:spMk id="3" creationId="{00000000-0000-0000-0000-000000000000}"/>
          </ac:spMkLst>
        </pc:spChg>
      </pc:sldChg>
      <pc:sldChg chg="modSp add ord">
        <pc:chgData name="Aditya Balu" userId="314075414_tp_box_2" providerId="OAuth2" clId="{6E7F0AAC-D694-A543-ABB1-15CC58F8F213}" dt="2025-04-04T09:24:08.098" v="491" actId="20578"/>
        <pc:sldMkLst>
          <pc:docMk/>
          <pc:sldMk cId="0" sldId="292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2"/>
            <ac:spMk id="7" creationId="{00000000-0000-0000-0000-00000000000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2405842278" sldId="297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702248089" sldId="298"/>
        </pc:sldMkLst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299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299"/>
            <ac:spMk id="9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46.721" v="489" actId="2696"/>
        <pc:sldMkLst>
          <pc:docMk/>
          <pc:sldMk cId="0" sldId="301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301"/>
            <ac:spMk id="7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53.165" v="490" actId="2696"/>
        <pc:sldMkLst>
          <pc:docMk/>
          <pc:sldMk cId="0" sldId="302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302"/>
            <ac:spMk id="9" creationId="{00000000-0000-0000-0000-000000000000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810662954" sldId="303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726133176" sldId="306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674272197" sldId="307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220822043" sldId="308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180660221" sldId="309"/>
        </pc:sldMkLst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553306050" sldId="310"/>
        </pc:sldMkLst>
      </pc:sldChg>
      <pc:sldChg chg="add del">
        <pc:chgData name="Aditya Balu" userId="314075414_tp_box_2" providerId="OAuth2" clId="{6E7F0AAC-D694-A543-ABB1-15CC58F8F213}" dt="2025-04-04T03:49:04.029" v="267" actId="2696"/>
        <pc:sldMkLst>
          <pc:docMk/>
          <pc:sldMk cId="598164320" sldId="364"/>
        </pc:sldMkLst>
      </pc:sldChg>
      <pc:sldChg chg="add del">
        <pc:chgData name="Aditya Balu" userId="314075414_tp_box_2" providerId="OAuth2" clId="{6E7F0AAC-D694-A543-ABB1-15CC58F8F213}" dt="2025-04-04T09:13:32.399" v="454" actId="2696"/>
        <pc:sldMkLst>
          <pc:docMk/>
          <pc:sldMk cId="4052961012" sldId="364"/>
        </pc:sldMkLst>
      </pc:sldChg>
      <pc:sldChg chg="add del ord">
        <pc:chgData name="Aditya Balu" userId="314075414_tp_box_2" providerId="OAuth2" clId="{6E7F0AAC-D694-A543-ABB1-15CC58F8F213}" dt="2025-04-04T03:49:04.029" v="267" actId="2696"/>
        <pc:sldMkLst>
          <pc:docMk/>
          <pc:sldMk cId="1883172660" sldId="381"/>
        </pc:sldMkLst>
      </pc:sldChg>
      <pc:sldChg chg="add del">
        <pc:chgData name="Aditya Balu" userId="314075414_tp_box_2" providerId="OAuth2" clId="{6E7F0AAC-D694-A543-ABB1-15CC58F8F213}" dt="2025-04-04T09:13:33.530" v="455" actId="2696"/>
        <pc:sldMkLst>
          <pc:docMk/>
          <pc:sldMk cId="3406578751" sldId="381"/>
        </pc:sldMkLst>
      </pc:sldChg>
      <pc:sldChg chg="addSp delSp modSp mod">
        <pc:chgData name="Aditya Balu" userId="314075414_tp_box_2" providerId="OAuth2" clId="{6E7F0AAC-D694-A543-ABB1-15CC58F8F213}" dt="2025-04-04T03:10:38.944" v="24" actId="1076"/>
        <pc:sldMkLst>
          <pc:docMk/>
          <pc:sldMk cId="1123065245" sldId="706"/>
        </pc:sldMkLst>
        <pc:spChg chg="add del mod">
          <ac:chgData name="Aditya Balu" userId="314075414_tp_box_2" providerId="OAuth2" clId="{6E7F0AAC-D694-A543-ABB1-15CC58F8F213}" dt="2025-04-04T03:10:20.371" v="20"/>
          <ac:spMkLst>
            <pc:docMk/>
            <pc:sldMk cId="1123065245" sldId="706"/>
            <ac:spMk id="2" creationId="{4086603C-6C23-E427-81DB-500A37D1DECD}"/>
          </ac:spMkLst>
        </pc:spChg>
        <pc:spChg chg="del">
          <ac:chgData name="Aditya Balu" userId="314075414_tp_box_2" providerId="OAuth2" clId="{6E7F0AAC-D694-A543-ABB1-15CC58F8F213}" dt="2025-04-04T03:07:48.072" v="19" actId="478"/>
          <ac:spMkLst>
            <pc:docMk/>
            <pc:sldMk cId="1123065245" sldId="706"/>
            <ac:spMk id="3" creationId="{551AB7E5-08E1-45E7-AF1B-8F781536267C}"/>
          </ac:spMkLst>
        </pc:spChg>
        <pc:picChg chg="add mod">
          <ac:chgData name="Aditya Balu" userId="314075414_tp_box_2" providerId="OAuth2" clId="{6E7F0AAC-D694-A543-ABB1-15CC58F8F213}" dt="2025-04-04T03:10:38.944" v="24" actId="1076"/>
          <ac:picMkLst>
            <pc:docMk/>
            <pc:sldMk cId="1123065245" sldId="706"/>
            <ac:picMk id="4" creationId="{4B561A88-09E1-1D95-D6D5-2851030FCB59}"/>
          </ac:picMkLst>
        </pc:picChg>
        <pc:picChg chg="del">
          <ac:chgData name="Aditya Balu" userId="314075414_tp_box_2" providerId="OAuth2" clId="{6E7F0AAC-D694-A543-ABB1-15CC58F8F213}" dt="2025-04-04T03:07:45.301" v="18" actId="478"/>
          <ac:picMkLst>
            <pc:docMk/>
            <pc:sldMk cId="1123065245" sldId="706"/>
            <ac:picMk id="5" creationId="{4E4E67CE-FDB8-40D8-9E3C-C85C71AE9CD7}"/>
          </ac:picMkLst>
        </pc:picChg>
      </pc:sldChg>
      <pc:sldChg chg="modSp mod">
        <pc:chgData name="Aditya Balu" userId="314075414_tp_box_2" providerId="OAuth2" clId="{6E7F0AAC-D694-A543-ABB1-15CC58F8F213}" dt="2025-04-04T08:33:38.819" v="284" actId="20577"/>
        <pc:sldMkLst>
          <pc:docMk/>
          <pc:sldMk cId="311829431" sldId="707"/>
        </pc:sldMkLst>
        <pc:spChg chg="mod">
          <ac:chgData name="Aditya Balu" userId="314075414_tp_box_2" providerId="OAuth2" clId="{6E7F0AAC-D694-A543-ABB1-15CC58F8F213}" dt="2025-04-04T08:33:38.819" v="284" actId="20577"/>
          <ac:spMkLst>
            <pc:docMk/>
            <pc:sldMk cId="311829431" sldId="707"/>
            <ac:spMk id="7" creationId="{66D4E8F7-D4BF-7292-DAA2-BBD3956B7775}"/>
          </ac:spMkLst>
        </pc:spChg>
      </pc:sldChg>
      <pc:sldChg chg="ord">
        <pc:chgData name="Aditya Balu" userId="314075414_tp_box_2" providerId="OAuth2" clId="{6E7F0AAC-D694-A543-ABB1-15CC58F8F213}" dt="2025-04-04T08:29:01.347" v="271" actId="20578"/>
        <pc:sldMkLst>
          <pc:docMk/>
          <pc:sldMk cId="2389694468" sldId="774"/>
        </pc:sldMkLst>
      </pc:sldChg>
      <pc:sldChg chg="modSp mod">
        <pc:chgData name="Aditya Balu" userId="314075414_tp_box_2" providerId="OAuth2" clId="{6E7F0AAC-D694-A543-ABB1-15CC58F8F213}" dt="2025-04-04T03:29:11.345" v="221" actId="20577"/>
        <pc:sldMkLst>
          <pc:docMk/>
          <pc:sldMk cId="123297349" sldId="775"/>
        </pc:sldMkLst>
        <pc:spChg chg="mod">
          <ac:chgData name="Aditya Balu" userId="314075414_tp_box_2" providerId="OAuth2" clId="{6E7F0AAC-D694-A543-ABB1-15CC58F8F213}" dt="2025-04-04T03:29:11.345" v="221" actId="20577"/>
          <ac:spMkLst>
            <pc:docMk/>
            <pc:sldMk cId="123297349" sldId="775"/>
            <ac:spMk id="2" creationId="{3CE61DB8-AB99-BB47-C291-2DF6A1E40350}"/>
          </ac:spMkLst>
        </pc:spChg>
      </pc:sldChg>
      <pc:sldChg chg="modSp new mod">
        <pc:chgData name="Aditya Balu" userId="314075414_tp_box_2" providerId="OAuth2" clId="{6E7F0AAC-D694-A543-ABB1-15CC58F8F213}" dt="2025-04-04T08:29:47.497" v="275" actId="20577"/>
        <pc:sldMkLst>
          <pc:docMk/>
          <pc:sldMk cId="2036015505" sldId="776"/>
        </pc:sldMkLst>
        <pc:spChg chg="mod">
          <ac:chgData name="Aditya Balu" userId="314075414_tp_box_2" providerId="OAuth2" clId="{6E7F0AAC-D694-A543-ABB1-15CC58F8F213}" dt="2025-04-04T03:11:21.440" v="50" actId="20577"/>
          <ac:spMkLst>
            <pc:docMk/>
            <pc:sldMk cId="2036015505" sldId="776"/>
            <ac:spMk id="2" creationId="{7865D4E5-6D4E-2E4D-2CE3-FDB66D99BD9A}"/>
          </ac:spMkLst>
        </pc:spChg>
        <pc:spChg chg="mod">
          <ac:chgData name="Aditya Balu" userId="314075414_tp_box_2" providerId="OAuth2" clId="{6E7F0AAC-D694-A543-ABB1-15CC58F8F213}" dt="2025-04-04T08:29:47.497" v="275" actId="20577"/>
          <ac:spMkLst>
            <pc:docMk/>
            <pc:sldMk cId="2036015505" sldId="776"/>
            <ac:spMk id="3" creationId="{C1B0DC71-2020-72E8-8314-9F0485FEA0EF}"/>
          </ac:spMkLst>
        </pc:spChg>
      </pc:sldChg>
      <pc:sldChg chg="addSp delSp modSp new mod">
        <pc:chgData name="Aditya Balu" userId="314075414_tp_box_2" providerId="OAuth2" clId="{6E7F0AAC-D694-A543-ABB1-15CC58F8F213}" dt="2025-04-04T03:22:56.874" v="96" actId="1076"/>
        <pc:sldMkLst>
          <pc:docMk/>
          <pc:sldMk cId="2338447986" sldId="777"/>
        </pc:sldMkLst>
        <pc:spChg chg="mod">
          <ac:chgData name="Aditya Balu" userId="314075414_tp_box_2" providerId="OAuth2" clId="{6E7F0AAC-D694-A543-ABB1-15CC58F8F213}" dt="2025-04-04T03:22:49.756" v="93" actId="20577"/>
          <ac:spMkLst>
            <pc:docMk/>
            <pc:sldMk cId="2338447986" sldId="777"/>
            <ac:spMk id="2" creationId="{3BDBF1B6-0428-B7C5-3925-D8A2D9891CFA}"/>
          </ac:spMkLst>
        </pc:spChg>
        <pc:spChg chg="del">
          <ac:chgData name="Aditya Balu" userId="314075414_tp_box_2" providerId="OAuth2" clId="{6E7F0AAC-D694-A543-ABB1-15CC58F8F213}" dt="2025-04-04T03:22:51.486" v="94"/>
          <ac:spMkLst>
            <pc:docMk/>
            <pc:sldMk cId="2338447986" sldId="777"/>
            <ac:spMk id="3" creationId="{0DFA5997-5D2E-A35F-6FC2-910F75980123}"/>
          </ac:spMkLst>
        </pc:spChg>
        <pc:picChg chg="add mod">
          <ac:chgData name="Aditya Balu" userId="314075414_tp_box_2" providerId="OAuth2" clId="{6E7F0AAC-D694-A543-ABB1-15CC58F8F213}" dt="2025-04-04T03:22:56.874" v="96" actId="1076"/>
          <ac:picMkLst>
            <pc:docMk/>
            <pc:sldMk cId="2338447986" sldId="777"/>
            <ac:picMk id="4" creationId="{F36F3A85-0333-BD68-E6DF-385B3B2C6BCB}"/>
          </ac:picMkLst>
        </pc:picChg>
      </pc:sldChg>
      <pc:sldChg chg="addSp delSp modSp new mod ord">
        <pc:chgData name="Aditya Balu" userId="314075414_tp_box_2" providerId="OAuth2" clId="{6E7F0AAC-D694-A543-ABB1-15CC58F8F213}" dt="2025-04-04T08:28:51.229" v="270" actId="20578"/>
        <pc:sldMkLst>
          <pc:docMk/>
          <pc:sldMk cId="723352083" sldId="778"/>
        </pc:sldMkLst>
        <pc:spChg chg="mod">
          <ac:chgData name="Aditya Balu" userId="314075414_tp_box_2" providerId="OAuth2" clId="{6E7F0AAC-D694-A543-ABB1-15CC58F8F213}" dt="2025-04-04T03:28:05.552" v="135" actId="20577"/>
          <ac:spMkLst>
            <pc:docMk/>
            <pc:sldMk cId="723352083" sldId="778"/>
            <ac:spMk id="2" creationId="{B529C9C4-4216-908A-4B3E-F7911F084B01}"/>
          </ac:spMkLst>
        </pc:spChg>
        <pc:spChg chg="mod">
          <ac:chgData name="Aditya Balu" userId="314075414_tp_box_2" providerId="OAuth2" clId="{6E7F0AAC-D694-A543-ABB1-15CC58F8F213}" dt="2025-04-04T03:28:55.359" v="213" actId="20577"/>
          <ac:spMkLst>
            <pc:docMk/>
            <pc:sldMk cId="723352083" sldId="778"/>
            <ac:spMk id="3" creationId="{1C18DAC9-987C-D8BA-1872-998208FD6461}"/>
          </ac:spMkLst>
        </pc:spChg>
        <pc:spChg chg="add del mod">
          <ac:chgData name="Aditya Balu" userId="314075414_tp_box_2" providerId="OAuth2" clId="{6E7F0AAC-D694-A543-ABB1-15CC58F8F213}" dt="2025-04-04T03:27:42.582" v="101" actId="478"/>
          <ac:spMkLst>
            <pc:docMk/>
            <pc:sldMk cId="723352083" sldId="778"/>
            <ac:spMk id="5" creationId="{75BD3D8E-77ED-8D32-7A5D-6077A853C9FD}"/>
          </ac:spMkLst>
        </pc:spChg>
      </pc:sldChg>
      <pc:sldChg chg="add del">
        <pc:chgData name="Aditya Balu" userId="314075414_tp_box_2" providerId="OAuth2" clId="{6E7F0AAC-D694-A543-ABB1-15CC58F8F213}" dt="2025-04-04T08:49:49.819" v="408" actId="2696"/>
        <pc:sldMkLst>
          <pc:docMk/>
          <pc:sldMk cId="976343715" sldId="783"/>
        </pc:sldMkLst>
      </pc:sldChg>
      <pc:sldChg chg="add del ord">
        <pc:chgData name="Aditya Balu" userId="314075414_tp_box_2" providerId="OAuth2" clId="{6E7F0AAC-D694-A543-ABB1-15CC58F8F213}" dt="2025-04-04T03:49:04.029" v="267" actId="2696"/>
        <pc:sldMkLst>
          <pc:docMk/>
          <pc:sldMk cId="1483966231" sldId="783"/>
        </pc:sldMkLst>
      </pc:sldChg>
      <pc:sldChg chg="modSp add mod">
        <pc:chgData name="Aditya Balu" userId="314075414_tp_box_2" providerId="OAuth2" clId="{6E7F0AAC-D694-A543-ABB1-15CC58F8F213}" dt="2025-04-04T08:57:44.289" v="423" actId="20577"/>
        <pc:sldMkLst>
          <pc:docMk/>
          <pc:sldMk cId="3331973775" sldId="783"/>
        </pc:sldMkLst>
        <pc:spChg chg="mod">
          <ac:chgData name="Aditya Balu" userId="314075414_tp_box_2" providerId="OAuth2" clId="{6E7F0AAC-D694-A543-ABB1-15CC58F8F213}" dt="2025-04-04T08:57:44.289" v="423" actId="20577"/>
          <ac:spMkLst>
            <pc:docMk/>
            <pc:sldMk cId="3331973775" sldId="783"/>
            <ac:spMk id="2" creationId="{6A591B4D-32B8-4008-A521-F1A5D3EB854C}"/>
          </ac:spMkLst>
        </pc:spChg>
      </pc:sldChg>
      <pc:sldChg chg="modSp add mod">
        <pc:chgData name="Aditya Balu" userId="314075414_tp_box_2" providerId="OAuth2" clId="{6E7F0AAC-D694-A543-ABB1-15CC58F8F213}" dt="2025-04-04T08:56:23.401" v="417" actId="27636"/>
        <pc:sldMkLst>
          <pc:docMk/>
          <pc:sldMk cId="1522632363" sldId="784"/>
        </pc:sldMkLst>
        <pc:spChg chg="mod">
          <ac:chgData name="Aditya Balu" userId="314075414_tp_box_2" providerId="OAuth2" clId="{6E7F0AAC-D694-A543-ABB1-15CC58F8F213}" dt="2025-04-04T08:56:23.401" v="417" actId="27636"/>
          <ac:spMkLst>
            <pc:docMk/>
            <pc:sldMk cId="1522632363" sldId="784"/>
            <ac:spMk id="3" creationId="{BBCE1028-0D2B-4928-935E-2CFDA880B715}"/>
          </ac:spMkLst>
        </pc:spChg>
      </pc:sldChg>
      <pc:sldChg chg="add del">
        <pc:chgData name="Aditya Balu" userId="314075414_tp_box_2" providerId="OAuth2" clId="{6E7F0AAC-D694-A543-ABB1-15CC58F8F213}" dt="2025-04-04T03:33:47.425" v="249" actId="2696"/>
        <pc:sldMkLst>
          <pc:docMk/>
          <pc:sldMk cId="468939456" sldId="814"/>
        </pc:sldMkLst>
      </pc:sldChg>
      <pc:sldChg chg="add del">
        <pc:chgData name="Aditya Balu" userId="314075414_tp_box_2" providerId="OAuth2" clId="{6E7F0AAC-D694-A543-ABB1-15CC58F8F213}" dt="2025-04-04T03:33:44.811" v="248" actId="2696"/>
        <pc:sldMkLst>
          <pc:docMk/>
          <pc:sldMk cId="4065500053" sldId="815"/>
        </pc:sldMkLst>
      </pc:sldChg>
      <pc:sldChg chg="add del">
        <pc:chgData name="Aditya Balu" userId="314075414_tp_box_2" providerId="OAuth2" clId="{6E7F0AAC-D694-A543-ABB1-15CC58F8F213}" dt="2025-04-04T03:33:43.156" v="247" actId="2696"/>
        <pc:sldMkLst>
          <pc:docMk/>
          <pc:sldMk cId="2276303235" sldId="816"/>
        </pc:sldMkLst>
      </pc:sldChg>
      <pc:sldChg chg="modSp add mod ord">
        <pc:chgData name="Aditya Balu" userId="314075414_tp_box_2" providerId="OAuth2" clId="{6E7F0AAC-D694-A543-ABB1-15CC58F8F213}" dt="2025-04-04T09:13:51.730" v="456" actId="20578"/>
        <pc:sldMkLst>
          <pc:docMk/>
          <pc:sldMk cId="3836079209" sldId="1975"/>
        </pc:sldMkLst>
        <pc:spChg chg="mod">
          <ac:chgData name="Aditya Balu" userId="314075414_tp_box_2" providerId="OAuth2" clId="{6E7F0AAC-D694-A543-ABB1-15CC58F8F213}" dt="2025-04-04T03:42:40.056" v="266" actId="20577"/>
          <ac:spMkLst>
            <pc:docMk/>
            <pc:sldMk cId="3836079209" sldId="1975"/>
            <ac:spMk id="2" creationId="{C891C19D-33F9-A9F7-3249-0330D6B1F1A2}"/>
          </ac:spMkLst>
        </pc:spChg>
      </pc:sldChg>
      <pc:sldChg chg="add ord">
        <pc:chgData name="Aditya Balu" userId="314075414_tp_box_2" providerId="OAuth2" clId="{6E7F0AAC-D694-A543-ABB1-15CC58F8F213}" dt="2025-04-04T09:13:51.730" v="456" actId="20578"/>
        <pc:sldMkLst>
          <pc:docMk/>
          <pc:sldMk cId="3948109980" sldId="1976"/>
        </pc:sldMkLst>
      </pc:sldChg>
      <pc:sldChg chg="addSp delSp modSp new mod modAnim">
        <pc:chgData name="Aditya Balu" userId="314075414_tp_box_2" providerId="OAuth2" clId="{6E7F0AAC-D694-A543-ABB1-15CC58F8F213}" dt="2025-04-04T08:46:32.605" v="407"/>
        <pc:sldMkLst>
          <pc:docMk/>
          <pc:sldMk cId="3495612709" sldId="1977"/>
        </pc:sldMkLst>
        <pc:spChg chg="mod">
          <ac:chgData name="Aditya Balu" userId="314075414_tp_box_2" providerId="OAuth2" clId="{6E7F0AAC-D694-A543-ABB1-15CC58F8F213}" dt="2025-04-04T08:45:46.333" v="406" actId="20577"/>
          <ac:spMkLst>
            <pc:docMk/>
            <pc:sldMk cId="3495612709" sldId="1977"/>
            <ac:spMk id="2" creationId="{42945D7B-940C-D246-C5F9-771024A958E1}"/>
          </ac:spMkLst>
        </pc:spChg>
        <pc:spChg chg="del">
          <ac:chgData name="Aditya Balu" userId="314075414_tp_box_2" providerId="OAuth2" clId="{6E7F0AAC-D694-A543-ABB1-15CC58F8F213}" dt="2025-04-04T08:36:42.873" v="298"/>
          <ac:spMkLst>
            <pc:docMk/>
            <pc:sldMk cId="3495612709" sldId="1977"/>
            <ac:spMk id="3" creationId="{2CCB2C28-8C44-E824-BBB3-2C6E7A725523}"/>
          </ac:spMkLst>
        </pc:spChg>
        <pc:spChg chg="add del mod">
          <ac:chgData name="Aditya Balu" userId="314075414_tp_box_2" providerId="OAuth2" clId="{6E7F0AAC-D694-A543-ABB1-15CC58F8F213}" dt="2025-04-04T08:37:53.156" v="312"/>
          <ac:spMkLst>
            <pc:docMk/>
            <pc:sldMk cId="3495612709" sldId="1977"/>
            <ac:spMk id="5" creationId="{B61F5B21-62E7-BD19-09B2-AB4AE7BE9F9F}"/>
          </ac:spMkLst>
        </pc:spChg>
        <pc:spChg chg="add del mod">
          <ac:chgData name="Aditya Balu" userId="314075414_tp_box_2" providerId="OAuth2" clId="{6E7F0AAC-D694-A543-ABB1-15CC58F8F213}" dt="2025-04-04T08:37:53.156" v="312"/>
          <ac:spMkLst>
            <pc:docMk/>
            <pc:sldMk cId="3495612709" sldId="1977"/>
            <ac:spMk id="6" creationId="{96CCA91A-C18C-0D1C-1558-4559B81CCC03}"/>
          </ac:spMkLst>
        </pc:spChg>
        <pc:spChg chg="mod">
          <ac:chgData name="Aditya Balu" userId="314075414_tp_box_2" providerId="OAuth2" clId="{6E7F0AAC-D694-A543-ABB1-15CC58F8F213}" dt="2025-04-04T08:38:15.126" v="316" actId="164"/>
          <ac:spMkLst>
            <pc:docMk/>
            <pc:sldMk cId="3495612709" sldId="1977"/>
            <ac:spMk id="7" creationId="{E87F3FD4-B517-47AA-6E91-88171E567AC2}"/>
          </ac:spMkLst>
        </pc:spChg>
        <pc:spChg chg="add del mod">
          <ac:chgData name="Aditya Balu" userId="314075414_tp_box_2" providerId="OAuth2" clId="{6E7F0AAC-D694-A543-ABB1-15CC58F8F213}" dt="2025-04-04T08:43:44.199" v="346" actId="164"/>
          <ac:spMkLst>
            <pc:docMk/>
            <pc:sldMk cId="3495612709" sldId="1977"/>
            <ac:spMk id="11" creationId="{277712F5-8A76-5517-68FB-DE142A54605F}"/>
          </ac:spMkLst>
        </pc:spChg>
        <pc:spChg chg="mod">
          <ac:chgData name="Aditya Balu" userId="314075414_tp_box_2" providerId="OAuth2" clId="{6E7F0AAC-D694-A543-ABB1-15CC58F8F213}" dt="2025-04-04T08:42:30.473" v="336"/>
          <ac:spMkLst>
            <pc:docMk/>
            <pc:sldMk cId="3495612709" sldId="1977"/>
            <ac:spMk id="12" creationId="{8AAA2A92-29A1-82F3-EDA8-AB44C8686C70}"/>
          </ac:spMkLst>
        </pc:spChg>
        <pc:spChg chg="add mod">
          <ac:chgData name="Aditya Balu" userId="314075414_tp_box_2" providerId="OAuth2" clId="{6E7F0AAC-D694-A543-ABB1-15CC58F8F213}" dt="2025-04-04T08:44:36.896" v="369" actId="20577"/>
          <ac:spMkLst>
            <pc:docMk/>
            <pc:sldMk cId="3495612709" sldId="1977"/>
            <ac:spMk id="16" creationId="{EAE631C4-1740-65B3-2C64-2BE7F96BF8BE}"/>
          </ac:spMkLst>
        </pc:spChg>
        <pc:spChg chg="add mod">
          <ac:chgData name="Aditya Balu" userId="314075414_tp_box_2" providerId="OAuth2" clId="{6E7F0AAC-D694-A543-ABB1-15CC58F8F213}" dt="2025-04-04T08:45:05.707" v="393" actId="20577"/>
          <ac:spMkLst>
            <pc:docMk/>
            <pc:sldMk cId="3495612709" sldId="1977"/>
            <ac:spMk id="17" creationId="{9F8F77F2-8004-43DC-69F5-F7369ECAA60E}"/>
          </ac:spMkLst>
        </pc:spChg>
        <pc:spChg chg="add mod">
          <ac:chgData name="Aditya Balu" userId="314075414_tp_box_2" providerId="OAuth2" clId="{6E7F0AAC-D694-A543-ABB1-15CC58F8F213}" dt="2025-04-04T08:44:57.201" v="379" actId="20577"/>
          <ac:spMkLst>
            <pc:docMk/>
            <pc:sldMk cId="3495612709" sldId="1977"/>
            <ac:spMk id="18" creationId="{5C334CAF-0EEF-A532-DF10-2E4991912B29}"/>
          </ac:spMkLst>
        </pc:spChg>
        <pc:spChg chg="add mod">
          <ac:chgData name="Aditya Balu" userId="314075414_tp_box_2" providerId="OAuth2" clId="{6E7F0AAC-D694-A543-ABB1-15CC58F8F213}" dt="2025-04-04T08:45:19.913" v="397" actId="20577"/>
          <ac:spMkLst>
            <pc:docMk/>
            <pc:sldMk cId="3495612709" sldId="1977"/>
            <ac:spMk id="19" creationId="{79E1B8BB-BC98-2243-BC6B-76F42866CB25}"/>
          </ac:spMkLst>
        </pc:spChg>
        <pc:grpChg chg="add mod">
          <ac:chgData name="Aditya Balu" userId="314075414_tp_box_2" providerId="OAuth2" clId="{6E7F0AAC-D694-A543-ABB1-15CC58F8F213}" dt="2025-04-04T08:38:15.126" v="316" actId="164"/>
          <ac:grpSpMkLst>
            <pc:docMk/>
            <pc:sldMk cId="3495612709" sldId="1977"/>
            <ac:grpSpMk id="8" creationId="{F2FF3593-ED3C-750D-8E6D-F3646AC03C2F}"/>
          </ac:grpSpMkLst>
        </pc:grpChg>
        <pc:grpChg chg="add mod">
          <ac:chgData name="Aditya Balu" userId="314075414_tp_box_2" providerId="OAuth2" clId="{6E7F0AAC-D694-A543-ABB1-15CC58F8F213}" dt="2025-04-04T08:43:44.199" v="346" actId="164"/>
          <ac:grpSpMkLst>
            <pc:docMk/>
            <pc:sldMk cId="3495612709" sldId="1977"/>
            <ac:grpSpMk id="13" creationId="{D5EED98E-67FE-0C7D-7ED6-8E281733D295}"/>
          </ac:grpSpMkLst>
        </pc:grpChg>
        <pc:grpChg chg="add mod">
          <ac:chgData name="Aditya Balu" userId="314075414_tp_box_2" providerId="OAuth2" clId="{6E7F0AAC-D694-A543-ABB1-15CC58F8F213}" dt="2025-04-04T08:43:23.184" v="344" actId="164"/>
          <ac:grpSpMkLst>
            <pc:docMk/>
            <pc:sldMk cId="3495612709" sldId="1977"/>
            <ac:grpSpMk id="14" creationId="{3E016211-F9E4-E0B3-B620-1C7D355D0C4B}"/>
          </ac:grpSpMkLst>
        </pc:grpChg>
        <pc:grpChg chg="add mod">
          <ac:chgData name="Aditya Balu" userId="314075414_tp_box_2" providerId="OAuth2" clId="{6E7F0AAC-D694-A543-ABB1-15CC58F8F213}" dt="2025-04-04T08:43:44.199" v="346" actId="164"/>
          <ac:grpSpMkLst>
            <pc:docMk/>
            <pc:sldMk cId="3495612709" sldId="1977"/>
            <ac:grpSpMk id="15" creationId="{1F73AAEB-886B-2550-CE77-37E937FD4D41}"/>
          </ac:grpSpMkLst>
        </pc:grpChg>
        <pc:picChg chg="add mod">
          <ac:chgData name="Aditya Balu" userId="314075414_tp_box_2" providerId="OAuth2" clId="{6E7F0AAC-D694-A543-ABB1-15CC58F8F213}" dt="2025-04-04T08:43:44.199" v="346" actId="164"/>
          <ac:picMkLst>
            <pc:docMk/>
            <pc:sldMk cId="3495612709" sldId="1977"/>
            <ac:picMk id="4" creationId="{A7ED6238-E0EA-E133-411E-060585ECDF4C}"/>
          </ac:picMkLst>
        </pc:picChg>
        <pc:picChg chg="add del mod">
          <ac:chgData name="Aditya Balu" userId="314075414_tp_box_2" providerId="OAuth2" clId="{6E7F0AAC-D694-A543-ABB1-15CC58F8F213}" dt="2025-04-04T08:38:46.959" v="320" actId="478"/>
          <ac:picMkLst>
            <pc:docMk/>
            <pc:sldMk cId="3495612709" sldId="1977"/>
            <ac:picMk id="10" creationId="{3EA0AAD0-9C44-0BF7-99C8-29EA9CC9EB79}"/>
          </ac:picMkLst>
        </pc:picChg>
        <pc:picChg chg="add mod">
          <ac:chgData name="Aditya Balu" userId="314075414_tp_box_2" providerId="OAuth2" clId="{6E7F0AAC-D694-A543-ABB1-15CC58F8F213}" dt="2025-04-04T08:44:26.163" v="365" actId="1076"/>
          <ac:picMkLst>
            <pc:docMk/>
            <pc:sldMk cId="3495612709" sldId="1977"/>
            <ac:picMk id="1026" creationId="{A9B9195B-FC05-8A9C-1B91-F6573CACC992}"/>
          </ac:picMkLst>
        </pc:picChg>
        <pc:picChg chg="add del mod">
          <ac:chgData name="Aditya Balu" userId="314075414_tp_box_2" providerId="OAuth2" clId="{6E7F0AAC-D694-A543-ABB1-15CC58F8F213}" dt="2025-04-04T08:43:44.199" v="346" actId="164"/>
          <ac:picMkLst>
            <pc:docMk/>
            <pc:sldMk cId="3495612709" sldId="1977"/>
            <ac:picMk id="1028" creationId="{9B33EA86-9776-819E-D8A8-FAB2F71560E7}"/>
          </ac:picMkLst>
        </pc:picChg>
      </pc:sldChg>
      <pc:sldChg chg="addSp delSp modSp new mod">
        <pc:chgData name="Aditya Balu" userId="314075414_tp_box_2" providerId="OAuth2" clId="{6E7F0AAC-D694-A543-ABB1-15CC58F8F213}" dt="2025-04-04T09:08:08.064" v="453" actId="1076"/>
        <pc:sldMkLst>
          <pc:docMk/>
          <pc:sldMk cId="2226736671" sldId="1978"/>
        </pc:sldMkLst>
        <pc:spChg chg="mod">
          <ac:chgData name="Aditya Balu" userId="314075414_tp_box_2" providerId="OAuth2" clId="{6E7F0AAC-D694-A543-ABB1-15CC58F8F213}" dt="2025-04-04T09:08:00.577" v="452" actId="20577"/>
          <ac:spMkLst>
            <pc:docMk/>
            <pc:sldMk cId="2226736671" sldId="1978"/>
            <ac:spMk id="2" creationId="{B73FEC26-4361-C275-54F8-C4C865AFFD2B}"/>
          </ac:spMkLst>
        </pc:spChg>
        <pc:spChg chg="del">
          <ac:chgData name="Aditya Balu" userId="314075414_tp_box_2" providerId="OAuth2" clId="{6E7F0AAC-D694-A543-ABB1-15CC58F8F213}" dt="2025-04-04T09:07:37.600" v="432"/>
          <ac:spMkLst>
            <pc:docMk/>
            <pc:sldMk cId="2226736671" sldId="1978"/>
            <ac:spMk id="3" creationId="{5BDA3060-2177-39A9-5327-05BD9A044B2F}"/>
          </ac:spMkLst>
        </pc:spChg>
        <pc:spChg chg="add del">
          <ac:chgData name="Aditya Balu" userId="314075414_tp_box_2" providerId="OAuth2" clId="{6E7F0AAC-D694-A543-ABB1-15CC58F8F213}" dt="2025-04-04T08:54:14.942" v="412" actId="22"/>
          <ac:spMkLst>
            <pc:docMk/>
            <pc:sldMk cId="2226736671" sldId="1978"/>
            <ac:spMk id="5" creationId="{B6BE38C3-DF85-9437-0846-DFC6573EDDA7}"/>
          </ac:spMkLst>
        </pc:spChg>
        <pc:picChg chg="add mod">
          <ac:chgData name="Aditya Balu" userId="314075414_tp_box_2" providerId="OAuth2" clId="{6E7F0AAC-D694-A543-ABB1-15CC58F8F213}" dt="2025-04-04T09:08:08.064" v="453" actId="1076"/>
          <ac:picMkLst>
            <pc:docMk/>
            <pc:sldMk cId="2226736671" sldId="1978"/>
            <ac:picMk id="6" creationId="{26F051F5-61FB-08F6-5E1B-732377F6AC30}"/>
          </ac:picMkLst>
        </pc:picChg>
        <pc:picChg chg="add mod">
          <ac:chgData name="Aditya Balu" userId="314075414_tp_box_2" providerId="OAuth2" clId="{6E7F0AAC-D694-A543-ABB1-15CC58F8F213}" dt="2025-04-04T09:07:42.723" v="435" actId="1076"/>
          <ac:picMkLst>
            <pc:docMk/>
            <pc:sldMk cId="2226736671" sldId="1978"/>
            <ac:picMk id="8" creationId="{22B26B5A-51AF-BFCB-E0B4-E8FC0D2C87B9}"/>
          </ac:picMkLst>
        </pc:picChg>
      </pc:sldChg>
      <pc:sldChg chg="modSp add">
        <pc:chgData name="Aditya Balu" userId="314075414_tp_box_2" providerId="OAuth2" clId="{6E7F0AAC-D694-A543-ABB1-15CC58F8F213}" dt="2025-04-04T08:56:50.167" v="418" actId="14100"/>
        <pc:sldMkLst>
          <pc:docMk/>
          <pc:sldMk cId="594772437" sldId="1979"/>
        </pc:sldMkLst>
        <pc:grpChg chg="mod">
          <ac:chgData name="Aditya Balu" userId="314075414_tp_box_2" providerId="OAuth2" clId="{6E7F0AAC-D694-A543-ABB1-15CC58F8F213}" dt="2025-04-04T08:56:50.167" v="418" actId="14100"/>
          <ac:grpSpMkLst>
            <pc:docMk/>
            <pc:sldMk cId="594772437" sldId="1979"/>
            <ac:grpSpMk id="4" creationId="{339520B1-992B-44CF-834F-67A283390391}"/>
          </ac:grpSpMkLst>
        </pc:grpChg>
        <pc:picChg chg="mod">
          <ac:chgData name="Aditya Balu" userId="314075414_tp_box_2" providerId="OAuth2" clId="{6E7F0AAC-D694-A543-ABB1-15CC58F8F213}" dt="2025-04-04T08:56:50.167" v="418" actId="14100"/>
          <ac:picMkLst>
            <pc:docMk/>
            <pc:sldMk cId="594772437" sldId="1979"/>
            <ac:picMk id="5" creationId="{5759383C-B1DF-454D-9B7C-199E47C85D86}"/>
          </ac:picMkLst>
        </pc:picChg>
        <pc:picChg chg="mod">
          <ac:chgData name="Aditya Balu" userId="314075414_tp_box_2" providerId="OAuth2" clId="{6E7F0AAC-D694-A543-ABB1-15CC58F8F213}" dt="2025-04-04T08:56:50.167" v="418" actId="14100"/>
          <ac:picMkLst>
            <pc:docMk/>
            <pc:sldMk cId="594772437" sldId="1979"/>
            <ac:picMk id="6" creationId="{0B63BB93-6DB2-4994-9FCC-B1C048BA5FA2}"/>
          </ac:picMkLst>
        </pc:picChg>
        <pc:picChg chg="mod">
          <ac:chgData name="Aditya Balu" userId="314075414_tp_box_2" providerId="OAuth2" clId="{6E7F0AAC-D694-A543-ABB1-15CC58F8F213}" dt="2025-04-04T08:56:50.167" v="418" actId="14100"/>
          <ac:picMkLst>
            <pc:docMk/>
            <pc:sldMk cId="594772437" sldId="1979"/>
            <ac:picMk id="7" creationId="{09810952-F8BC-420D-AD80-61D0550C990E}"/>
          </ac:picMkLst>
        </pc:picChg>
      </pc:sldChg>
      <pc:sldChg chg="add">
        <pc:chgData name="Aditya Balu" userId="314075414_tp_box_2" providerId="OAuth2" clId="{6E7F0AAC-D694-A543-ABB1-15CC58F8F213}" dt="2025-04-04T08:56:23.298" v="413"/>
        <pc:sldMkLst>
          <pc:docMk/>
          <pc:sldMk cId="1483966231" sldId="1980"/>
        </pc:sldMkLst>
      </pc:sldChg>
      <pc:sldChg chg="modSp add mod">
        <pc:chgData name="Aditya Balu" userId="314075414_tp_box_2" providerId="OAuth2" clId="{6E7F0AAC-D694-A543-ABB1-15CC58F8F213}" dt="2025-04-04T09:18:13.357" v="478" actId="20577"/>
        <pc:sldMkLst>
          <pc:docMk/>
          <pc:sldMk cId="2599940542" sldId="1981"/>
        </pc:sldMkLst>
        <pc:spChg chg="mod">
          <ac:chgData name="Aditya Balu" userId="314075414_tp_box_2" providerId="OAuth2" clId="{6E7F0AAC-D694-A543-ABB1-15CC58F8F213}" dt="2025-04-04T09:18:13.357" v="478" actId="20577"/>
          <ac:spMkLst>
            <pc:docMk/>
            <pc:sldMk cId="2599940542" sldId="1981"/>
            <ac:spMk id="3" creationId="{B892C0BE-473F-CA08-680C-579A041B1B08}"/>
          </ac:spMkLst>
        </pc:spChg>
      </pc:sldChg>
      <pc:sldChg chg="add">
        <pc:chgData name="Aditya Balu" userId="314075414_tp_box_2" providerId="OAuth2" clId="{6E7F0AAC-D694-A543-ABB1-15CC58F8F213}" dt="2025-04-04T09:18:42.154" v="480"/>
        <pc:sldMkLst>
          <pc:docMk/>
          <pc:sldMk cId="3792754454" sldId="1982"/>
        </pc:sldMkLst>
      </pc:sldChg>
      <pc:sldChg chg="modSp add del">
        <pc:chgData name="Aditya Balu" userId="314075414_tp_box_2" providerId="OAuth2" clId="{6E7F0AAC-D694-A543-ABB1-15CC58F8F213}" dt="2025-04-04T09:22:04.158" v="482" actId="2696"/>
        <pc:sldMkLst>
          <pc:docMk/>
          <pc:sldMk cId="0" sldId="1983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1983"/>
            <ac:spMk id="27" creationId="{00000000-0000-0000-0000-000000000000}"/>
          </ac:spMkLst>
        </pc:spChg>
      </pc:sldChg>
      <pc:sldChg chg="modSp add">
        <pc:chgData name="Aditya Balu" userId="314075414_tp_box_2" providerId="OAuth2" clId="{6E7F0AAC-D694-A543-ABB1-15CC58F8F213}" dt="2025-04-04T09:21:50.844" v="481"/>
        <pc:sldMkLst>
          <pc:docMk/>
          <pc:sldMk cId="0" sldId="1984"/>
        </pc:sldMkLst>
        <pc:spChg chg="mod">
          <ac:chgData name="Aditya Balu" userId="314075414_tp_box_2" providerId="OAuth2" clId="{6E7F0AAC-D694-A543-ABB1-15CC58F8F213}" dt="2025-04-04T09:21:50.844" v="481"/>
          <ac:spMkLst>
            <pc:docMk/>
            <pc:sldMk cId="0" sldId="1984"/>
            <ac:spMk id="4" creationId="{00000000-0000-0000-0000-000000000000}"/>
          </ac:spMkLst>
        </pc:spChg>
      </pc:sldChg>
      <pc:sldChg chg="modSp add del">
        <pc:chgData name="Aditya Balu" userId="314075414_tp_box_2" providerId="OAuth2" clId="{6E7F0AAC-D694-A543-ABB1-15CC58F8F213}" dt="2025-04-04T09:23:07.616" v="486" actId="2696"/>
        <pc:sldMkLst>
          <pc:docMk/>
          <pc:sldMk cId="0" sldId="1985"/>
        </pc:sldMkLst>
        <pc:graphicFrameChg chg="mod">
          <ac:chgData name="Aditya Balu" userId="314075414_tp_box_2" providerId="OAuth2" clId="{6E7F0AAC-D694-A543-ABB1-15CC58F8F213}" dt="2025-04-04T09:23:02.439" v="485"/>
          <ac:graphicFrameMkLst>
            <pc:docMk/>
            <pc:sldMk cId="0" sldId="1985"/>
            <ac:graphicFrameMk id="20" creationId="{00000000-0000-0000-0000-000000000000}"/>
          </ac:graphicFrameMkLst>
        </pc:graphicFrameChg>
        <pc:graphicFrameChg chg="mod">
          <ac:chgData name="Aditya Balu" userId="314075414_tp_box_2" providerId="OAuth2" clId="{6E7F0AAC-D694-A543-ABB1-15CC58F8F213}" dt="2025-04-04T09:23:02.439" v="485"/>
          <ac:graphicFrameMkLst>
            <pc:docMk/>
            <pc:sldMk cId="0" sldId="1985"/>
            <ac:graphicFrameMk id="28" creationId="{00000000-0000-0000-0000-000000000000}"/>
          </ac:graphicFrameMkLst>
        </pc:graphicFrameChg>
        <pc:graphicFrameChg chg="mod">
          <ac:chgData name="Aditya Balu" userId="314075414_tp_box_2" providerId="OAuth2" clId="{6E7F0AAC-D694-A543-ABB1-15CC58F8F213}" dt="2025-04-04T09:23:02.439" v="485"/>
          <ac:graphicFrameMkLst>
            <pc:docMk/>
            <pc:sldMk cId="0" sldId="1985"/>
            <ac:graphicFrameMk id="37" creationId="{00000000-0000-0000-0000-000000000000}"/>
          </ac:graphicFrameMkLst>
        </pc:graphicFrameChg>
      </pc:sldChg>
      <pc:sldChg chg="modSp new mod">
        <pc:chgData name="Aditya Balu" userId="314075414_tp_box_2" providerId="OAuth2" clId="{6E7F0AAC-D694-A543-ABB1-15CC58F8F213}" dt="2025-04-04T09:26:52.569" v="567" actId="20577"/>
        <pc:sldMkLst>
          <pc:docMk/>
          <pc:sldMk cId="2526169068" sldId="1985"/>
        </pc:sldMkLst>
        <pc:spChg chg="mod">
          <ac:chgData name="Aditya Balu" userId="314075414_tp_box_2" providerId="OAuth2" clId="{6E7F0AAC-D694-A543-ABB1-15CC58F8F213}" dt="2025-04-04T09:26:05.666" v="502" actId="20577"/>
          <ac:spMkLst>
            <pc:docMk/>
            <pc:sldMk cId="2526169068" sldId="1985"/>
            <ac:spMk id="2" creationId="{41A41156-18D2-69F3-1C4A-0FB8287EB66B}"/>
          </ac:spMkLst>
        </pc:spChg>
        <pc:spChg chg="mod">
          <ac:chgData name="Aditya Balu" userId="314075414_tp_box_2" providerId="OAuth2" clId="{6E7F0AAC-D694-A543-ABB1-15CC58F8F213}" dt="2025-04-04T09:26:52.569" v="567" actId="20577"/>
          <ac:spMkLst>
            <pc:docMk/>
            <pc:sldMk cId="2526169068" sldId="1985"/>
            <ac:spMk id="3" creationId="{6E2562DE-6BD9-2B55-3238-3DA88D34BE55}"/>
          </ac:spMkLst>
        </pc:spChg>
      </pc:sldChg>
      <pc:sldChg chg="addSp delSp modSp new mod modClrScheme chgLayout">
        <pc:chgData name="Aditya Balu" userId="314075414_tp_box_2" providerId="OAuth2" clId="{6E7F0AAC-D694-A543-ABB1-15CC58F8F213}" dt="2025-04-04T09:27:29.046" v="579" actId="20577"/>
        <pc:sldMkLst>
          <pc:docMk/>
          <pc:sldMk cId="4084163099" sldId="1986"/>
        </pc:sldMkLst>
        <pc:spChg chg="del mod ord">
          <ac:chgData name="Aditya Balu" userId="314075414_tp_box_2" providerId="OAuth2" clId="{6E7F0AAC-D694-A543-ABB1-15CC58F8F213}" dt="2025-04-04T09:27:21.678" v="569" actId="700"/>
          <ac:spMkLst>
            <pc:docMk/>
            <pc:sldMk cId="4084163099" sldId="1986"/>
            <ac:spMk id="2" creationId="{E2719AE2-564D-B301-DB03-882CB4588652}"/>
          </ac:spMkLst>
        </pc:spChg>
        <pc:spChg chg="del mod ord">
          <ac:chgData name="Aditya Balu" userId="314075414_tp_box_2" providerId="OAuth2" clId="{6E7F0AAC-D694-A543-ABB1-15CC58F8F213}" dt="2025-04-04T09:27:21.678" v="569" actId="700"/>
          <ac:spMkLst>
            <pc:docMk/>
            <pc:sldMk cId="4084163099" sldId="1986"/>
            <ac:spMk id="3" creationId="{5216EEC8-9027-DB00-C09C-3087E4B0A195}"/>
          </ac:spMkLst>
        </pc:spChg>
        <pc:spChg chg="add mod ord">
          <ac:chgData name="Aditya Balu" userId="314075414_tp_box_2" providerId="OAuth2" clId="{6E7F0AAC-D694-A543-ABB1-15CC58F8F213}" dt="2025-04-04T09:27:29.046" v="579" actId="20577"/>
          <ac:spMkLst>
            <pc:docMk/>
            <pc:sldMk cId="4084163099" sldId="1986"/>
            <ac:spMk id="4" creationId="{3645DC20-3459-DBDE-55B6-C0FE9633665E}"/>
          </ac:spMkLst>
        </pc:spChg>
        <pc:spChg chg="add mod ord">
          <ac:chgData name="Aditya Balu" userId="314075414_tp_box_2" providerId="OAuth2" clId="{6E7F0AAC-D694-A543-ABB1-15CC58F8F213}" dt="2025-04-04T09:27:21.678" v="569" actId="700"/>
          <ac:spMkLst>
            <pc:docMk/>
            <pc:sldMk cId="4084163099" sldId="1986"/>
            <ac:spMk id="5" creationId="{B4036A37-8A4A-0D73-FA88-954D4DF981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DC6C8-E0F3-4BEE-B62E-E82D7134E08B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F7F7C-BB71-4D5C-B16A-1B519DFDB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2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6F58-DC6E-8C43-B4DF-D2581F19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30BA9221-3125-4B87-944C-67BA12535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4397" y="1586752"/>
            <a:ext cx="7415480" cy="415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2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827CAE92-61D8-416C-983F-2AD1130FEFDE}"/>
              </a:ext>
            </a:extLst>
          </p:cNvPr>
          <p:cNvSpPr/>
          <p:nvPr userDrawn="1"/>
        </p:nvSpPr>
        <p:spPr>
          <a:xfrm>
            <a:off x="3307977" y="618564"/>
            <a:ext cx="5351929" cy="535192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3E68FE43-6114-4278-9985-13B62DBC7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827" b="14828"/>
          <a:stretch/>
        </p:blipFill>
        <p:spPr>
          <a:xfrm>
            <a:off x="65654" y="0"/>
            <a:ext cx="12081521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6F58-DC6E-8C43-B4DF-D2581F19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0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F3399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C9FFE8-F15E-4AB8-85B0-D8FC031F0158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875515-5D27-4321-AD4B-B68A02654C35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49E8E62-9843-4E5D-B6D5-12FE9CD0E0B2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0" name="Picture 9" descr="Shape, circle&#10;&#10;Description automatically generated">
                <a:extLst>
                  <a:ext uri="{FF2B5EF4-FFF2-40B4-BE49-F238E27FC236}">
                    <a16:creationId xmlns:a16="http://schemas.microsoft.com/office/drawing/2014/main" id="{D6704680-36BD-4506-AEE3-405E647094D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9" name="Picture 8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B2FDC516-DDCC-46BE-B1EF-F5BA56B2D8F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5798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b="1">
                <a:solidFill>
                  <a:srgbClr val="2F3399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786C2A-6EE5-4876-BF37-A67A60F66E30}"/>
              </a:ext>
            </a:extLst>
          </p:cNvPr>
          <p:cNvSpPr/>
          <p:nvPr userDrawn="1"/>
        </p:nvSpPr>
        <p:spPr>
          <a:xfrm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CA13AE-D620-4404-AA5B-5371915F8756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EE316D9-47E5-44B5-BA39-4108508F38ED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52EBB07-75E8-4122-9A66-5CFD073CB946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4" name="Picture 13" descr="Shape, circle&#10;&#10;Description automatically generated">
                <a:extLst>
                  <a:ext uri="{FF2B5EF4-FFF2-40B4-BE49-F238E27FC236}">
                    <a16:creationId xmlns:a16="http://schemas.microsoft.com/office/drawing/2014/main" id="{4A517E0C-5409-420B-AD93-26AA8A4F2BD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5" name="Picture 14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E7BE4FF4-4C00-4926-B2B9-AB599E3C708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6737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25E169-0840-4181-BCF5-EFE40AFF4CE2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8243984-6437-46EF-AF1A-06379A78F962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A23C75F-7C49-46B9-A49B-E097B64A7BE9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8C3F75CF-6164-4778-A628-7CC6CC66C7D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78BE6482-8735-4AFF-831B-3F864A740DD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416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54CCC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1466B6-EE59-4BD0-9977-0038CACD6962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296894F-F91B-47F5-8296-563F930E0F77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49DADA-5D68-48DE-B9DA-13BA1F7024BB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40C021FB-028A-44D6-BECE-03B5C762371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E1F53C1F-2D08-4FBA-8944-267D1FC5770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3385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4DC58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0D7A40-01EE-4C37-8C71-FA2A6160179A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65DCB8-35B0-43EB-9117-0DFDCF2A1FF3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940D39-1312-4837-9C95-C771BE980D81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937281D5-56BF-478D-95ED-8706FDF4C2B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0392CDA-BC78-4D9F-96A0-9E2E6F8964B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8272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48BB4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139E9A-19E7-424E-A58F-8EDC2E812030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08E47B-65B7-47B4-AEB6-F7F3118BBC7C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1DD562E-FD3D-4419-AB04-37D687F0FE8E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F4AB5B4E-A15E-4D4B-AC70-5859CFEC27C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0B832ED-A57A-4552-9F5D-9EA36B03618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9804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2BFF5-2E88-44FD-8F91-1510567E3984}"/>
              </a:ext>
            </a:extLst>
          </p:cNvPr>
          <p:cNvSpPr/>
          <p:nvPr userDrawn="1"/>
        </p:nvSpPr>
        <p:spPr>
          <a:xfrm>
            <a:off x="838200" y="572191"/>
            <a:ext cx="10515600" cy="91143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31CA-6451-3746-B735-B05B8C6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venir Black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D206-E881-D54D-8595-BADED614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1pPr>
            <a:lvl2pPr marL="6858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2pPr>
            <a:lvl3pPr marL="11430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3pPr>
            <a:lvl4pPr marL="16002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4pPr>
            <a:lvl5pPr marL="2057400" indent="-228600">
              <a:buFont typeface="Wingdings" panose="05000000000000000000" pitchFamily="2" charset="2"/>
              <a:buChar char=""/>
              <a:defRPr>
                <a:solidFill>
                  <a:srgbClr val="2F3399"/>
                </a:solidFill>
                <a:latin typeface="Avenir Medium" panose="020005030200000200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2B10-CFC9-E249-87FC-6993840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FE3DDF-F090-4EE0-9A03-08D2CDCBDDCA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42428C-EE52-4D59-BDD9-4EE9C9D47EDF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54206D3-5CAB-499A-AA03-68DFCF59267F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6AD3156D-422F-41F8-885C-D865196EF6C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91FE323E-05F2-46D7-A078-43F0BE5D5E9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3171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4DFE-97E0-5F44-9E56-0E1E5609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8F8AA-A70C-5041-BF1D-8F1CAABE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863A-8458-BB4E-8C31-54CB8A48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21663E8D-4B96-4BA3-830B-99C6855CC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4504" y="629454"/>
            <a:ext cx="3462991" cy="193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2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4DFE-97E0-5F44-9E56-0E1E5609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8F8AA-A70C-5041-BF1D-8F1CAABE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863A-8458-BB4E-8C31-54CB8A48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21663E8D-4B96-4BA3-830B-99C6855CC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1455" y="637029"/>
            <a:ext cx="3462991" cy="193955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80F5A4-C5A0-408A-B9FB-F68D4771D66C}"/>
              </a:ext>
            </a:extLst>
          </p:cNvPr>
          <p:cNvSpPr/>
          <p:nvPr userDrawn="1"/>
        </p:nvSpPr>
        <p:spPr>
          <a:xfrm flipV="1">
            <a:off x="831850" y="4481887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13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858BF1-C6DF-408C-8345-99845EB7F1DF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F496E19-E2FE-4D84-B120-FED7415477FF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ADB360-C5B4-4778-ADA9-DB62157151D8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1F5B1D6A-64BA-42F4-95D6-F2F340DD174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C3F45511-2C5A-4BA1-B82F-9DC873EBB9B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0098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2C8C16-C39C-4C63-A58B-0FBDBA0CD847}"/>
              </a:ext>
            </a:extLst>
          </p:cNvPr>
          <p:cNvSpPr/>
          <p:nvPr userDrawn="1"/>
        </p:nvSpPr>
        <p:spPr>
          <a:xfrm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36240E-0669-484E-82D6-362EF6B98EF9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1889C4-E411-4AA4-B3A4-A4A5AC6601F8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43CE72-70F1-433B-9F44-3E1753579210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4" name="Picture 13" descr="Shape, circle&#10;&#10;Description automatically generated">
                <a:extLst>
                  <a:ext uri="{FF2B5EF4-FFF2-40B4-BE49-F238E27FC236}">
                    <a16:creationId xmlns:a16="http://schemas.microsoft.com/office/drawing/2014/main" id="{C2358A1F-8780-487A-946B-9F17F68D0DA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5" name="Picture 14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92CD2A9-F8E0-4C1C-9517-C1EA6137A843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7266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A458EE-0B17-4E76-8D04-D7F7E5256558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0BE5E-495E-40DC-9BB2-A799BBA23C3C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69538E-7BBB-43BB-A584-B0E78C129E2D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446434C8-8AF4-4F30-9E51-E95FA063EB8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DA31C448-F8B9-4D2D-BCF3-386843B5938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7706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CF5D-4BC2-2D40-8CFC-75B6E20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632C-953D-1D4C-B668-7465CEDC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BDDF0-2A62-F049-84AA-F219870B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A68E-CEAF-4F43-BBD6-7CC4D83E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44C19EFA-0F94-453A-A281-5C5CC86F57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5857"/>
          <a:stretch/>
        </p:blipFill>
        <p:spPr>
          <a:xfrm>
            <a:off x="255495" y="5764081"/>
            <a:ext cx="1986959" cy="825111"/>
          </a:xfrm>
          <a:prstGeom prst="rect">
            <a:avLst/>
          </a:prstGeom>
        </p:spPr>
      </p:pic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A206F2A-E58C-4147-96D4-2406AA39D3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5643"/>
          <a:stretch/>
        </p:blipFill>
        <p:spPr>
          <a:xfrm>
            <a:off x="68710" y="5154894"/>
            <a:ext cx="2290442" cy="1703105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A114F70-115D-43E7-803C-2317D9B95032}"/>
              </a:ext>
            </a:extLst>
          </p:cNvPr>
          <p:cNvSpPr/>
          <p:nvPr userDrawn="1"/>
        </p:nvSpPr>
        <p:spPr>
          <a:xfrm flipV="1"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70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BF8E-77F2-C947-B513-57BD8159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CEC71-0FAF-7247-B665-BB5B325AC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9FE53-8E98-234D-B256-9E3BC59BE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5A819-51AA-6047-98B3-11009B25D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7B245-3B82-E443-B13C-7D9C88698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5196A-BA51-0248-83CF-41ED8135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53C0C1-F50E-4DA8-8B92-72E08B9588CB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F732AA-6F81-4FA8-9BC1-F91FB6C2392B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32673D-897D-46DA-9DED-75E5701B1B10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5" name="Picture 14" descr="Shape, circle&#10;&#10;Description automatically generated">
                <a:extLst>
                  <a:ext uri="{FF2B5EF4-FFF2-40B4-BE49-F238E27FC236}">
                    <a16:creationId xmlns:a16="http://schemas.microsoft.com/office/drawing/2014/main" id="{C8F3B7A5-28DD-40AB-97D1-AE15079929C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BFD6DA78-E72A-4CEA-9BAA-ED4AB52835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01253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BF8E-77F2-C947-B513-57BD8159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CEC71-0FAF-7247-B665-BB5B325AC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9FE53-8E98-234D-B256-9E3BC59BE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5A819-51AA-6047-98B3-11009B25D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7B245-3B82-E443-B13C-7D9C88698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5196A-BA51-0248-83CF-41ED8135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1D78B7-9D1E-4EF2-92BB-4B880EC7429A}"/>
              </a:ext>
            </a:extLst>
          </p:cNvPr>
          <p:cNvSpPr/>
          <p:nvPr userDrawn="1"/>
        </p:nvSpPr>
        <p:spPr>
          <a:xfrm flipH="1" flipV="1">
            <a:off x="851647" y="1514476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3DE160-C469-4B97-966F-5B44929CF694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0FE14F-C546-4C8D-955C-CD7414AAEEBA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30D3117-EBF2-4A6C-BE4E-A9568340FA3D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6" name="Picture 15" descr="Shape, circle&#10;&#10;Description automatically generated">
                <a:extLst>
                  <a:ext uri="{FF2B5EF4-FFF2-40B4-BE49-F238E27FC236}">
                    <a16:creationId xmlns:a16="http://schemas.microsoft.com/office/drawing/2014/main" id="{EF159AD3-60BF-4955-9734-F4D797F94A9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7" name="Picture 16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DA4FDF0A-C517-416F-BD01-A9E34ADAE20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14368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0A2D-DE0F-7C41-8B21-2D68BDCA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82A29-E940-EE4E-B73A-48F8C102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D01AF2-9E7D-4D59-80A9-5C0DC07C2D38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FFDB1F0-E583-4977-B53E-B8669FC93BBA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9CACED6-A41B-4A93-B358-F28B87C4F441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1" name="Picture 10" descr="Shape, circle&#10;&#10;Description automatically generated">
                <a:extLst>
                  <a:ext uri="{FF2B5EF4-FFF2-40B4-BE49-F238E27FC236}">
                    <a16:creationId xmlns:a16="http://schemas.microsoft.com/office/drawing/2014/main" id="{0C7A145D-ACE7-439F-B6E9-B1AC4D2A8FD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2" name="Picture 11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60C2199B-CA03-47F3-A939-383E8BA3448F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83310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0A2D-DE0F-7C41-8B21-2D68BDCA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82A29-E940-EE4E-B73A-48F8C102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422288B-8D24-4CC7-BE42-F611D766618D}"/>
              </a:ext>
            </a:extLst>
          </p:cNvPr>
          <p:cNvSpPr/>
          <p:nvPr userDrawn="1"/>
        </p:nvSpPr>
        <p:spPr>
          <a:xfrm>
            <a:off x="851647" y="1488138"/>
            <a:ext cx="10506635" cy="107576"/>
          </a:xfrm>
          <a:custGeom>
            <a:avLst/>
            <a:gdLst>
              <a:gd name="csX0" fmla="*/ 0 w 10506635"/>
              <a:gd name="csY0" fmla="*/ 62753 h 107576"/>
              <a:gd name="csX1" fmla="*/ 690282 w 10506635"/>
              <a:gd name="csY1" fmla="*/ 80682 h 107576"/>
              <a:gd name="csX2" fmla="*/ 1013012 w 10506635"/>
              <a:gd name="csY2" fmla="*/ 89647 h 107576"/>
              <a:gd name="csX3" fmla="*/ 1228165 w 10506635"/>
              <a:gd name="csY3" fmla="*/ 98611 h 107576"/>
              <a:gd name="csX4" fmla="*/ 1734671 w 10506635"/>
              <a:gd name="csY4" fmla="*/ 103094 h 107576"/>
              <a:gd name="csX5" fmla="*/ 2241177 w 10506635"/>
              <a:gd name="csY5" fmla="*/ 107576 h 107576"/>
              <a:gd name="csX6" fmla="*/ 2823882 w 10506635"/>
              <a:gd name="csY6" fmla="*/ 98611 h 107576"/>
              <a:gd name="csX7" fmla="*/ 3012141 w 10506635"/>
              <a:gd name="csY7" fmla="*/ 89647 h 107576"/>
              <a:gd name="csX8" fmla="*/ 3442447 w 10506635"/>
              <a:gd name="csY8" fmla="*/ 80682 h 107576"/>
              <a:gd name="csX9" fmla="*/ 3783106 w 10506635"/>
              <a:gd name="csY9" fmla="*/ 62753 h 107576"/>
              <a:gd name="csX10" fmla="*/ 4123765 w 10506635"/>
              <a:gd name="csY10" fmla="*/ 44823 h 107576"/>
              <a:gd name="csX11" fmla="*/ 4410635 w 10506635"/>
              <a:gd name="csY11" fmla="*/ 53788 h 107576"/>
              <a:gd name="csX12" fmla="*/ 4706471 w 10506635"/>
              <a:gd name="csY12" fmla="*/ 71717 h 107576"/>
              <a:gd name="csX13" fmla="*/ 5151718 w 10506635"/>
              <a:gd name="csY13" fmla="*/ 68729 h 107576"/>
              <a:gd name="csX14" fmla="*/ 5610322 w 10506635"/>
              <a:gd name="csY14" fmla="*/ 65651 h 107576"/>
              <a:gd name="csX15" fmla="*/ 6042212 w 10506635"/>
              <a:gd name="csY15" fmla="*/ 62753 h 107576"/>
              <a:gd name="csX16" fmla="*/ 6185647 w 10506635"/>
              <a:gd name="csY16" fmla="*/ 44823 h 107576"/>
              <a:gd name="csX17" fmla="*/ 6866965 w 10506635"/>
              <a:gd name="csY17" fmla="*/ 35858 h 107576"/>
              <a:gd name="csX18" fmla="*/ 7037294 w 10506635"/>
              <a:gd name="csY18" fmla="*/ 17929 h 107576"/>
              <a:gd name="csX19" fmla="*/ 7306235 w 10506635"/>
              <a:gd name="csY19" fmla="*/ 8964 h 107576"/>
              <a:gd name="csX20" fmla="*/ 7431741 w 10506635"/>
              <a:gd name="csY20" fmla="*/ 0 h 107576"/>
              <a:gd name="csX21" fmla="*/ 7893424 w 10506635"/>
              <a:gd name="csY21" fmla="*/ 2241 h 107576"/>
              <a:gd name="csX22" fmla="*/ 8318171 w 10506635"/>
              <a:gd name="csY22" fmla="*/ 4303 h 107576"/>
              <a:gd name="csX23" fmla="*/ 8816789 w 10506635"/>
              <a:gd name="csY23" fmla="*/ 6723 h 107576"/>
              <a:gd name="csX24" fmla="*/ 9278471 w 10506635"/>
              <a:gd name="csY24" fmla="*/ 8964 h 107576"/>
              <a:gd name="csX25" fmla="*/ 9574306 w 10506635"/>
              <a:gd name="csY25" fmla="*/ 17929 h 107576"/>
              <a:gd name="csX26" fmla="*/ 9977718 w 10506635"/>
              <a:gd name="csY26" fmla="*/ 26894 h 107576"/>
              <a:gd name="csX27" fmla="*/ 10058400 w 10506635"/>
              <a:gd name="csY27" fmla="*/ 35858 h 107576"/>
              <a:gd name="csX28" fmla="*/ 10201835 w 10506635"/>
              <a:gd name="csY28" fmla="*/ 44823 h 107576"/>
              <a:gd name="csX29" fmla="*/ 10255624 w 10506635"/>
              <a:gd name="csY29" fmla="*/ 53788 h 107576"/>
              <a:gd name="csX30" fmla="*/ 10416988 w 10506635"/>
              <a:gd name="csY30" fmla="*/ 71717 h 107576"/>
              <a:gd name="csX31" fmla="*/ 10506635 w 10506635"/>
              <a:gd name="csY31" fmla="*/ 80682 h 107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506635" h="107576" extrusionOk="0">
                <a:moveTo>
                  <a:pt x="0" y="62753"/>
                </a:moveTo>
                <a:cubicBezTo>
                  <a:pt x="208022" y="-18773"/>
                  <a:pt x="-17382" y="68524"/>
                  <a:pt x="690282" y="80682"/>
                </a:cubicBezTo>
                <a:cubicBezTo>
                  <a:pt x="800967" y="77447"/>
                  <a:pt x="905337" y="98263"/>
                  <a:pt x="1013012" y="89647"/>
                </a:cubicBezTo>
                <a:cubicBezTo>
                  <a:pt x="1069865" y="80714"/>
                  <a:pt x="1151933" y="106718"/>
                  <a:pt x="1228165" y="98611"/>
                </a:cubicBezTo>
                <a:cubicBezTo>
                  <a:pt x="1348409" y="77971"/>
                  <a:pt x="1537492" y="133898"/>
                  <a:pt x="1734671" y="103094"/>
                </a:cubicBezTo>
                <a:cubicBezTo>
                  <a:pt x="1931850" y="72289"/>
                  <a:pt x="2057313" y="162530"/>
                  <a:pt x="2241177" y="107576"/>
                </a:cubicBezTo>
                <a:cubicBezTo>
                  <a:pt x="2490319" y="101640"/>
                  <a:pt x="2687332" y="104721"/>
                  <a:pt x="2823882" y="98611"/>
                </a:cubicBezTo>
                <a:cubicBezTo>
                  <a:pt x="2878727" y="108215"/>
                  <a:pt x="2952207" y="93071"/>
                  <a:pt x="3012141" y="89647"/>
                </a:cubicBezTo>
                <a:cubicBezTo>
                  <a:pt x="3163053" y="76794"/>
                  <a:pt x="3253199" y="94651"/>
                  <a:pt x="3442447" y="80682"/>
                </a:cubicBezTo>
                <a:cubicBezTo>
                  <a:pt x="3531974" y="72917"/>
                  <a:pt x="3627432" y="90177"/>
                  <a:pt x="3783106" y="62753"/>
                </a:cubicBezTo>
                <a:cubicBezTo>
                  <a:pt x="4126109" y="65896"/>
                  <a:pt x="3938184" y="83189"/>
                  <a:pt x="4123765" y="44823"/>
                </a:cubicBezTo>
                <a:cubicBezTo>
                  <a:pt x="4205465" y="16860"/>
                  <a:pt x="4311958" y="83065"/>
                  <a:pt x="4410635" y="53788"/>
                </a:cubicBezTo>
                <a:cubicBezTo>
                  <a:pt x="4509323" y="58343"/>
                  <a:pt x="4706470" y="71716"/>
                  <a:pt x="4706471" y="71717"/>
                </a:cubicBezTo>
                <a:cubicBezTo>
                  <a:pt x="4902320" y="61308"/>
                  <a:pt x="4984711" y="96460"/>
                  <a:pt x="5151718" y="68729"/>
                </a:cubicBezTo>
                <a:cubicBezTo>
                  <a:pt x="5318725" y="40998"/>
                  <a:pt x="5495029" y="96478"/>
                  <a:pt x="5610322" y="65651"/>
                </a:cubicBezTo>
                <a:cubicBezTo>
                  <a:pt x="5725615" y="34824"/>
                  <a:pt x="5890343" y="72908"/>
                  <a:pt x="6042212" y="62753"/>
                </a:cubicBezTo>
                <a:cubicBezTo>
                  <a:pt x="6089859" y="74454"/>
                  <a:pt x="6139717" y="45072"/>
                  <a:pt x="6185647" y="44823"/>
                </a:cubicBezTo>
                <a:cubicBezTo>
                  <a:pt x="6402164" y="54070"/>
                  <a:pt x="6598804" y="41035"/>
                  <a:pt x="6866965" y="35858"/>
                </a:cubicBezTo>
                <a:cubicBezTo>
                  <a:pt x="6929287" y="40863"/>
                  <a:pt x="6971853" y="25879"/>
                  <a:pt x="7037294" y="17929"/>
                </a:cubicBezTo>
                <a:cubicBezTo>
                  <a:pt x="7131291" y="-13104"/>
                  <a:pt x="7200621" y="12131"/>
                  <a:pt x="7306235" y="8964"/>
                </a:cubicBezTo>
                <a:cubicBezTo>
                  <a:pt x="7353743" y="11889"/>
                  <a:pt x="7388290" y="7868"/>
                  <a:pt x="7431741" y="0"/>
                </a:cubicBezTo>
                <a:cubicBezTo>
                  <a:pt x="7601969" y="-212"/>
                  <a:pt x="7732076" y="54131"/>
                  <a:pt x="7893424" y="2241"/>
                </a:cubicBezTo>
                <a:cubicBezTo>
                  <a:pt x="8054772" y="-49648"/>
                  <a:pt x="8225186" y="17841"/>
                  <a:pt x="8318171" y="4303"/>
                </a:cubicBezTo>
                <a:cubicBezTo>
                  <a:pt x="8411156" y="-9235"/>
                  <a:pt x="8675994" y="43274"/>
                  <a:pt x="8816789" y="6723"/>
                </a:cubicBezTo>
                <a:cubicBezTo>
                  <a:pt x="8957584" y="-29827"/>
                  <a:pt x="9133251" y="23821"/>
                  <a:pt x="9278471" y="8964"/>
                </a:cubicBezTo>
                <a:cubicBezTo>
                  <a:pt x="9368726" y="-16657"/>
                  <a:pt x="9498543" y="-1772"/>
                  <a:pt x="9574306" y="17929"/>
                </a:cubicBezTo>
                <a:cubicBezTo>
                  <a:pt x="9716093" y="-6254"/>
                  <a:pt x="9793069" y="31193"/>
                  <a:pt x="9977718" y="26894"/>
                </a:cubicBezTo>
                <a:cubicBezTo>
                  <a:pt x="10006390" y="28819"/>
                  <a:pt x="10030816" y="39128"/>
                  <a:pt x="10058400" y="35858"/>
                </a:cubicBezTo>
                <a:cubicBezTo>
                  <a:pt x="10109174" y="26490"/>
                  <a:pt x="10152936" y="40448"/>
                  <a:pt x="10201835" y="44823"/>
                </a:cubicBezTo>
                <a:cubicBezTo>
                  <a:pt x="10224301" y="47717"/>
                  <a:pt x="10239220" y="51101"/>
                  <a:pt x="10255624" y="53788"/>
                </a:cubicBezTo>
                <a:cubicBezTo>
                  <a:pt x="10307824" y="70901"/>
                  <a:pt x="10367116" y="75787"/>
                  <a:pt x="10416988" y="71717"/>
                </a:cubicBezTo>
                <a:cubicBezTo>
                  <a:pt x="10503073" y="81813"/>
                  <a:pt x="10460403" y="82364"/>
                  <a:pt x="10506635" y="80682"/>
                </a:cubicBezTo>
              </a:path>
            </a:pathLst>
          </a:custGeom>
          <a:noFill/>
          <a:ln w="47625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06635"/>
                      <a:gd name="connsiteY0" fmla="*/ 62753 h 107576"/>
                      <a:gd name="connsiteX1" fmla="*/ 690282 w 10506635"/>
                      <a:gd name="connsiteY1" fmla="*/ 80682 h 107576"/>
                      <a:gd name="connsiteX2" fmla="*/ 1013012 w 10506635"/>
                      <a:gd name="connsiteY2" fmla="*/ 89647 h 107576"/>
                      <a:gd name="connsiteX3" fmla="*/ 1228165 w 10506635"/>
                      <a:gd name="connsiteY3" fmla="*/ 98611 h 107576"/>
                      <a:gd name="connsiteX4" fmla="*/ 2241177 w 10506635"/>
                      <a:gd name="connsiteY4" fmla="*/ 107576 h 107576"/>
                      <a:gd name="connsiteX5" fmla="*/ 2823882 w 10506635"/>
                      <a:gd name="connsiteY5" fmla="*/ 98611 h 107576"/>
                      <a:gd name="connsiteX6" fmla="*/ 3012141 w 10506635"/>
                      <a:gd name="connsiteY6" fmla="*/ 89647 h 107576"/>
                      <a:gd name="connsiteX7" fmla="*/ 3442447 w 10506635"/>
                      <a:gd name="connsiteY7" fmla="*/ 80682 h 107576"/>
                      <a:gd name="connsiteX8" fmla="*/ 3783106 w 10506635"/>
                      <a:gd name="connsiteY8" fmla="*/ 62753 h 107576"/>
                      <a:gd name="connsiteX9" fmla="*/ 4123765 w 10506635"/>
                      <a:gd name="connsiteY9" fmla="*/ 44823 h 107576"/>
                      <a:gd name="connsiteX10" fmla="*/ 4410635 w 10506635"/>
                      <a:gd name="connsiteY10" fmla="*/ 53788 h 107576"/>
                      <a:gd name="connsiteX11" fmla="*/ 4706471 w 10506635"/>
                      <a:gd name="connsiteY11" fmla="*/ 71717 h 107576"/>
                      <a:gd name="connsiteX12" fmla="*/ 6042212 w 10506635"/>
                      <a:gd name="connsiteY12" fmla="*/ 62753 h 107576"/>
                      <a:gd name="connsiteX13" fmla="*/ 6185647 w 10506635"/>
                      <a:gd name="connsiteY13" fmla="*/ 44823 h 107576"/>
                      <a:gd name="connsiteX14" fmla="*/ 6866965 w 10506635"/>
                      <a:gd name="connsiteY14" fmla="*/ 35858 h 107576"/>
                      <a:gd name="connsiteX15" fmla="*/ 7037294 w 10506635"/>
                      <a:gd name="connsiteY15" fmla="*/ 17929 h 107576"/>
                      <a:gd name="connsiteX16" fmla="*/ 7306235 w 10506635"/>
                      <a:gd name="connsiteY16" fmla="*/ 8964 h 107576"/>
                      <a:gd name="connsiteX17" fmla="*/ 7431741 w 10506635"/>
                      <a:gd name="connsiteY17" fmla="*/ 0 h 107576"/>
                      <a:gd name="connsiteX18" fmla="*/ 9278471 w 10506635"/>
                      <a:gd name="connsiteY18" fmla="*/ 8964 h 107576"/>
                      <a:gd name="connsiteX19" fmla="*/ 9574306 w 10506635"/>
                      <a:gd name="connsiteY19" fmla="*/ 17929 h 107576"/>
                      <a:gd name="connsiteX20" fmla="*/ 9977718 w 10506635"/>
                      <a:gd name="connsiteY20" fmla="*/ 26894 h 107576"/>
                      <a:gd name="connsiteX21" fmla="*/ 10058400 w 10506635"/>
                      <a:gd name="connsiteY21" fmla="*/ 35858 h 107576"/>
                      <a:gd name="connsiteX22" fmla="*/ 10201835 w 10506635"/>
                      <a:gd name="connsiteY22" fmla="*/ 44823 h 107576"/>
                      <a:gd name="connsiteX23" fmla="*/ 10255624 w 10506635"/>
                      <a:gd name="connsiteY23" fmla="*/ 53788 h 107576"/>
                      <a:gd name="connsiteX24" fmla="*/ 10416988 w 10506635"/>
                      <a:gd name="connsiteY24" fmla="*/ 71717 h 107576"/>
                      <a:gd name="connsiteX25" fmla="*/ 10506635 w 10506635"/>
                      <a:gd name="connsiteY25" fmla="*/ 80682 h 1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506635" h="107576">
                        <a:moveTo>
                          <a:pt x="0" y="62753"/>
                        </a:moveTo>
                        <a:cubicBezTo>
                          <a:pt x="256894" y="11373"/>
                          <a:pt x="16697" y="55734"/>
                          <a:pt x="690282" y="80682"/>
                        </a:cubicBezTo>
                        <a:lnTo>
                          <a:pt x="1013012" y="89647"/>
                        </a:lnTo>
                        <a:cubicBezTo>
                          <a:pt x="1084752" y="92038"/>
                          <a:pt x="1156393" y="97563"/>
                          <a:pt x="1228165" y="98611"/>
                        </a:cubicBezTo>
                        <a:lnTo>
                          <a:pt x="2241177" y="107576"/>
                        </a:lnTo>
                        <a:lnTo>
                          <a:pt x="2823882" y="98611"/>
                        </a:lnTo>
                        <a:cubicBezTo>
                          <a:pt x="2886689" y="97150"/>
                          <a:pt x="2949343" y="91467"/>
                          <a:pt x="3012141" y="89647"/>
                        </a:cubicBezTo>
                        <a:lnTo>
                          <a:pt x="3442447" y="80682"/>
                        </a:lnTo>
                        <a:lnTo>
                          <a:pt x="3783106" y="62753"/>
                        </a:lnTo>
                        <a:cubicBezTo>
                          <a:pt x="4114149" y="47474"/>
                          <a:pt x="3921849" y="63180"/>
                          <a:pt x="4123765" y="44823"/>
                        </a:cubicBezTo>
                        <a:lnTo>
                          <a:pt x="4410635" y="53788"/>
                        </a:lnTo>
                        <a:cubicBezTo>
                          <a:pt x="4509323" y="58343"/>
                          <a:pt x="4706471" y="71717"/>
                          <a:pt x="4706471" y="71717"/>
                        </a:cubicBezTo>
                        <a:lnTo>
                          <a:pt x="6042212" y="62753"/>
                        </a:lnTo>
                        <a:cubicBezTo>
                          <a:pt x="6090388" y="61877"/>
                          <a:pt x="6137489" y="46393"/>
                          <a:pt x="6185647" y="44823"/>
                        </a:cubicBezTo>
                        <a:cubicBezTo>
                          <a:pt x="6412652" y="37420"/>
                          <a:pt x="6639859" y="38846"/>
                          <a:pt x="6866965" y="35858"/>
                        </a:cubicBezTo>
                        <a:cubicBezTo>
                          <a:pt x="6923741" y="29882"/>
                          <a:pt x="6980311" y="21418"/>
                          <a:pt x="7037294" y="17929"/>
                        </a:cubicBezTo>
                        <a:cubicBezTo>
                          <a:pt x="7126823" y="12448"/>
                          <a:pt x="7216631" y="13037"/>
                          <a:pt x="7306235" y="8964"/>
                        </a:cubicBezTo>
                        <a:cubicBezTo>
                          <a:pt x="7348134" y="7060"/>
                          <a:pt x="7389906" y="2988"/>
                          <a:pt x="7431741" y="0"/>
                        </a:cubicBezTo>
                        <a:lnTo>
                          <a:pt x="9278471" y="8964"/>
                        </a:lnTo>
                        <a:cubicBezTo>
                          <a:pt x="9377124" y="9790"/>
                          <a:pt x="9475681" y="15400"/>
                          <a:pt x="9574306" y="17929"/>
                        </a:cubicBezTo>
                        <a:lnTo>
                          <a:pt x="9977718" y="26894"/>
                        </a:lnTo>
                        <a:cubicBezTo>
                          <a:pt x="10004612" y="29882"/>
                          <a:pt x="10031427" y="33700"/>
                          <a:pt x="10058400" y="35858"/>
                        </a:cubicBezTo>
                        <a:cubicBezTo>
                          <a:pt x="10106152" y="39678"/>
                          <a:pt x="10154127" y="40486"/>
                          <a:pt x="10201835" y="44823"/>
                        </a:cubicBezTo>
                        <a:cubicBezTo>
                          <a:pt x="10219937" y="46469"/>
                          <a:pt x="10237587" y="51533"/>
                          <a:pt x="10255624" y="53788"/>
                        </a:cubicBezTo>
                        <a:cubicBezTo>
                          <a:pt x="10309325" y="60501"/>
                          <a:pt x="10363226" y="65514"/>
                          <a:pt x="10416988" y="71717"/>
                        </a:cubicBezTo>
                        <a:cubicBezTo>
                          <a:pt x="10501109" y="81423"/>
                          <a:pt x="10463008" y="80682"/>
                          <a:pt x="10506635" y="806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CB17BE-7DDA-4C0C-9400-790B49448997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F8B47A-6857-46F9-B76C-832B9173BC74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4EAD426-89EE-4450-AF5C-F66D6A727905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2" name="Picture 11" descr="Shape, circle&#10;&#10;Description automatically generated">
                <a:extLst>
                  <a:ext uri="{FF2B5EF4-FFF2-40B4-BE49-F238E27FC236}">
                    <a16:creationId xmlns:a16="http://schemas.microsoft.com/office/drawing/2014/main" id="{7CFCE613-346D-4002-A4E3-11760B7530B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3" name="Picture 12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031D4A08-9820-48AB-B996-DD2B48B480B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09028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4DE7-E530-4C4C-A7E6-49957B09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DA7D7A-8E0D-48DF-9A41-33FD4CC78FE4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7B8D80F-55A3-402C-9417-53B92C6DFF81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2251AC-A5FA-4D8D-A09A-74A5E80BB3A8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0" name="Picture 9" descr="Shape, circle&#10;&#10;Description automatically generated">
                <a:extLst>
                  <a:ext uri="{FF2B5EF4-FFF2-40B4-BE49-F238E27FC236}">
                    <a16:creationId xmlns:a16="http://schemas.microsoft.com/office/drawing/2014/main" id="{071E3CCB-93B0-45D6-8766-F79B06C9792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1" name="Picture 10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77A544F9-C1ED-40A5-A8CB-22508FB671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2062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8347-A65E-4E45-9222-8D2C50FB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01F3-A9FF-DF40-A15C-CBC2118A2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2D77F-607C-E340-A771-8A26CDAB5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CF3E4-4060-7344-8D5B-59568B12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160822-A6B1-47CA-8BB0-E79107D08A13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9E7B9B1-9B6A-42F5-9834-5BFE6A969918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190F27-333D-4F6F-8445-A4AD40BE6DEA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BA527ECD-3078-4CC1-884B-BCDD59B6B44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522AFA2-E058-471E-BDC3-AE27331FA02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29963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3DA5-61E1-C245-A20B-0B29B837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33F73-7208-4246-83AF-C12E35708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A10C4-A066-5041-9735-B1DBBB87E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42CA-5AC0-134A-8961-D7F6FE67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9EB8C-F031-204A-AB52-BC4D3074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573832-3B7F-47E6-9F41-44E54F6F5A6B}"/>
              </a:ext>
            </a:extLst>
          </p:cNvPr>
          <p:cNvGrpSpPr/>
          <p:nvPr userDrawn="1"/>
        </p:nvGrpSpPr>
        <p:grpSpPr>
          <a:xfrm>
            <a:off x="102615" y="5764081"/>
            <a:ext cx="1471169" cy="1449827"/>
            <a:chOff x="68710" y="5764081"/>
            <a:chExt cx="1471169" cy="14498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3AA7C6-DF9F-4E73-A802-C01A39C470FA}"/>
                </a:ext>
              </a:extLst>
            </p:cNvPr>
            <p:cNvSpPr/>
            <p:nvPr userDrawn="1"/>
          </p:nvSpPr>
          <p:spPr>
            <a:xfrm>
              <a:off x="68710" y="5764081"/>
              <a:ext cx="1471169" cy="144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F9B263-EE61-48FE-BE2B-8D39400641BE}"/>
                </a:ext>
              </a:extLst>
            </p:cNvPr>
            <p:cNvGrpSpPr/>
            <p:nvPr userDrawn="1"/>
          </p:nvGrpSpPr>
          <p:grpSpPr>
            <a:xfrm>
              <a:off x="68710" y="5764081"/>
              <a:ext cx="1471169" cy="1093918"/>
              <a:chOff x="68710" y="5764081"/>
              <a:chExt cx="1471169" cy="1093918"/>
            </a:xfrm>
          </p:grpSpPr>
          <p:pic>
            <p:nvPicPr>
              <p:cNvPr id="13" name="Picture 12" descr="Shape, circle&#10;&#10;Description automatically generated">
                <a:extLst>
                  <a:ext uri="{FF2B5EF4-FFF2-40B4-BE49-F238E27FC236}">
                    <a16:creationId xmlns:a16="http://schemas.microsoft.com/office/drawing/2014/main" id="{3B2B821F-C7C2-4341-A017-9D7EC815B17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/>
              <a:srcRect b="25643"/>
              <a:stretch/>
            </p:blipFill>
            <p:spPr>
              <a:xfrm>
                <a:off x="68710" y="5764081"/>
                <a:ext cx="1471169" cy="1093918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F8AC846C-D057-4470-809F-5AB419C2633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/>
              <a:srcRect b="25857"/>
              <a:stretch/>
            </p:blipFill>
            <p:spPr>
              <a:xfrm>
                <a:off x="199730" y="6177241"/>
                <a:ext cx="1276239" cy="529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35324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1340644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950643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61314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97DFD-AF55-054D-966C-6D6019C7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FDBF2-F1CA-7248-BEF9-BF6CDE559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9ABE5-E048-C94B-8FBF-114F4F563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Avenir Black" panose="02000503020000020003"/>
              </a:defRPr>
            </a:lvl1pPr>
          </a:lstStyle>
          <a:p>
            <a:fld id="{9C59EB8C-F031-204A-AB52-BC4D30744E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7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51" r:id="rId10"/>
    <p:sldLayoutId id="2147483672" r:id="rId11"/>
    <p:sldLayoutId id="2147483652" r:id="rId12"/>
    <p:sldLayoutId id="2147483668" r:id="rId13"/>
    <p:sldLayoutId id="2147483661" r:id="rId14"/>
    <p:sldLayoutId id="2147483669" r:id="rId15"/>
    <p:sldLayoutId id="2147483653" r:id="rId16"/>
    <p:sldLayoutId id="2147483670" r:id="rId17"/>
    <p:sldLayoutId id="2147483654" r:id="rId18"/>
    <p:sldLayoutId id="2147483671" r:id="rId19"/>
    <p:sldLayoutId id="2147483655" r:id="rId20"/>
    <p:sldLayoutId id="2147483656" r:id="rId21"/>
    <p:sldLayoutId id="2147483657" r:id="rId22"/>
    <p:sldLayoutId id="2147483673" r:id="rId23"/>
    <p:sldLayoutId id="2147483674" r:id="rId24"/>
    <p:sldLayoutId id="2147483675" r:id="rId2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2F3399"/>
          </a:solidFill>
          <a:latin typeface="Avenir Black" panose="02000503020000020003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"/>
        <a:defRPr sz="32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8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4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0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"/>
        <a:defRPr sz="2000" kern="1200">
          <a:solidFill>
            <a:srgbClr val="2F3399"/>
          </a:solidFill>
          <a:latin typeface="Avenir Medium" panose="02000503020000020003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F59137-BCDD-40BD-975C-35FE497F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— Communication &amp; Leadership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128D9-65A0-4C7E-AE9E-4AAB1DD8A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Aditya Balu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BCAAE-52A1-48BE-9674-F9F0E977D5F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4E7E5B-EC6B-430C-8140-FAC4D67892F2}" type="datetime1">
              <a:rPr lang="en-US" smtClean="0"/>
              <a:t>5/7/26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8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Recap — what you now know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Three modules of strategist preparation. One module to make it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Module 1 — Foundations — </a:t>
            </a:r>
            <a:r>
              <a:rPr sz="1800">
                <a:solidFill>
                  <a:srgbClr val="1A1A1A"/>
                </a:solidFill>
                <a:latin typeface="Calibri"/>
              </a:rPr>
              <a:t>mindset shift, lifecycle, roles, opportunity matrix, readiness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Module 2 — Landscape — </a:t>
            </a:r>
            <a:r>
              <a:rPr sz="1800">
                <a:solidFill>
                  <a:srgbClr val="1A1A1A"/>
                </a:solidFill>
                <a:latin typeface="Calibri"/>
              </a:rPr>
              <a:t>API tools, agentic AI, multi-modal, VLAs, 3D, GNNs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Module 3 — Risk — </a:t>
            </a:r>
            <a:r>
              <a:rPr sz="1800">
                <a:solidFill>
                  <a:srgbClr val="1A1A1A"/>
                </a:solidFill>
                <a:latin typeface="Calibri"/>
              </a:rPr>
              <a:t>NIST AI RMF, technical risks, governance, mitigation playbook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Module 4 — today — </a:t>
            </a:r>
            <a:r>
              <a:rPr sz="1800">
                <a:solidFill>
                  <a:srgbClr val="1A1A1A"/>
                </a:solidFill>
                <a:latin typeface="Calibri"/>
              </a:rPr>
              <a:t>the leadership and communication playbook to take all of this back 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From strategist to champion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Knowing what to do is half the job. Getting the org to do it is the other half.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420624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555555"/>
                </a:solidFill>
                <a:latin typeface="Calibri"/>
              </a:rPr>
              <a:t>Strategist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1089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Knows — </a:t>
            </a:r>
            <a:r>
              <a:rPr sz="1500">
                <a:solidFill>
                  <a:srgbClr val="1A1A1A"/>
                </a:solidFill>
                <a:latin typeface="Calibri"/>
              </a:rPr>
              <a:t>the AI map and the risks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Picks — </a:t>
            </a:r>
            <a:r>
              <a:rPr sz="1500">
                <a:solidFill>
                  <a:srgbClr val="1A1A1A"/>
                </a:solidFill>
                <a:latin typeface="Calibri"/>
              </a:rPr>
              <a:t>the right tool for the right job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Documents — </a:t>
            </a:r>
            <a:r>
              <a:rPr sz="1500">
                <a:solidFill>
                  <a:srgbClr val="1A1A1A"/>
                </a:solidFill>
                <a:latin typeface="Calibri"/>
              </a:rPr>
              <a:t>the strategy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• Limits — </a:t>
            </a:r>
            <a:r>
              <a:rPr sz="1500">
                <a:solidFill>
                  <a:srgbClr val="1A1A1A"/>
                </a:solidFill>
                <a:latin typeface="Calibri"/>
              </a:rPr>
              <a:t>without buy-in, nothing 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4206240"/>
          </a:xfrm>
          <a:prstGeom prst="roundRect">
            <a:avLst/>
          </a:prstGeom>
          <a:solidFill>
            <a:srgbClr val="D8DFEE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1F3282"/>
                </a:solidFill>
                <a:latin typeface="Calibri"/>
              </a:rPr>
              <a:t>Champion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937760" cy="31089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Translates — </a:t>
            </a:r>
            <a:r>
              <a:rPr sz="1500">
                <a:solidFill>
                  <a:srgbClr val="1A1A1A"/>
                </a:solidFill>
                <a:latin typeface="Calibri"/>
              </a:rPr>
              <a:t>to every audience that matters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Recruits — </a:t>
            </a:r>
            <a:r>
              <a:rPr sz="1500">
                <a:solidFill>
                  <a:srgbClr val="1A1A1A"/>
                </a:solidFill>
                <a:latin typeface="Calibri"/>
              </a:rPr>
              <a:t>sponsors, allies, first followers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Manages — </a:t>
            </a:r>
            <a:r>
              <a:rPr sz="1500">
                <a:solidFill>
                  <a:srgbClr val="1A1A1A"/>
                </a:solidFill>
                <a:latin typeface="Calibri"/>
              </a:rPr>
              <a:t>fear, change, vendor relationships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Result — </a:t>
            </a:r>
            <a:r>
              <a:rPr sz="1500">
                <a:solidFill>
                  <a:srgbClr val="1A1A1A"/>
                </a:solidFill>
                <a:latin typeface="Calibri"/>
              </a:rPr>
              <a:t>AI strategy that actually leaves your laptop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Know Your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Most AI initiatives fail at the people layer, not the tech.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Why people, not pipelines, kill most AI initiatives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model worked. The change didn't.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pilot succeeded — but no one used it — </a:t>
            </a:r>
            <a:r>
              <a:rPr sz="1700">
                <a:solidFill>
                  <a:srgbClr val="1A1A1A"/>
                </a:solidFill>
                <a:latin typeface="Calibri"/>
              </a:rPr>
              <a:t>no one was asked what they actually needed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Engineering shipped — but legal blocked launch — </a:t>
            </a:r>
            <a:r>
              <a:rPr sz="1700">
                <a:solidFill>
                  <a:srgbClr val="1A1A1A"/>
                </a:solidFill>
                <a:latin typeface="Calibri"/>
              </a:rPr>
              <a:t>compliance was looped in too late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Demo blew minds — but the sponsor moved on — </a:t>
            </a:r>
            <a:r>
              <a:rPr sz="1700">
                <a:solidFill>
                  <a:srgbClr val="1A1A1A"/>
                </a:solidFill>
                <a:latin typeface="Calibri"/>
              </a:rPr>
              <a:t>no one re-recruited the executive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Tool rolled out — but adoption sat at 8% — </a:t>
            </a:r>
            <a:r>
              <a:rPr sz="1700">
                <a:solidFill>
                  <a:srgbClr val="1A1A1A"/>
                </a:solidFill>
                <a:latin typeface="Calibri"/>
              </a:rPr>
              <a:t>no one trained or re-designed the workflow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Champion burned out — </a:t>
            </a:r>
            <a:r>
              <a:rPr sz="1700">
                <a:solidFill>
                  <a:srgbClr val="1A1A1A"/>
                </a:solidFill>
                <a:latin typeface="Calibri"/>
              </a:rPr>
              <a:t>lone effort with no coalition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Five stakeholder archetypes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Each one cares about different things. Speak to each in their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Executives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ROI, strategic positioning, peer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Board / oversight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risk, reputation, fiduciary duty,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fairness, turf, credit, parallel pilots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“does this make my job easier or harder?”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value, trust, transparency,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Influence × Interest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Where each stakeholder sits decides how you spend your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2286000"/>
            <a:ext cx="338328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46120" y="2423160"/>
            <a:ext cx="31089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1">
                <a:solidFill>
                  <a:srgbClr val="76A957"/>
                </a:solidFill>
                <a:latin typeface="Calibri"/>
              </a:rPr>
              <a:t>Manage closely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063240"/>
            <a:ext cx="301752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high influence · high interest</a:t>
            </a:r>
            <a:br/>
            <a:r>
              <a:rPr sz="1300" b="0">
                <a:solidFill>
                  <a:srgbClr val="1A1A1A"/>
                </a:solidFill>
                <a:latin typeface="Calibri"/>
              </a:rPr>
              <a:t>Key players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286000"/>
            <a:ext cx="338328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31089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1">
                <a:solidFill>
                  <a:srgbClr val="1F3282"/>
                </a:solidFill>
                <a:latin typeface="Calibri"/>
              </a:rPr>
              <a:t>Keep informed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63240"/>
            <a:ext cx="301752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low influence · high interest</a:t>
            </a:r>
            <a:br/>
            <a:r>
              <a:rPr sz="1300" b="0">
                <a:solidFill>
                  <a:srgbClr val="1A1A1A"/>
                </a:solidFill>
                <a:latin typeface="Calibri"/>
              </a:rPr>
              <a:t>Allies &amp; advocates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114800"/>
            <a:ext cx="338328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4251960"/>
            <a:ext cx="31089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1">
                <a:solidFill>
                  <a:srgbClr val="E86E2A"/>
                </a:solidFill>
                <a:latin typeface="Calibri"/>
              </a:rPr>
              <a:t>Keep satisfied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892040"/>
            <a:ext cx="301752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high influence · low interest</a:t>
            </a:r>
            <a:br/>
            <a:r>
              <a:rPr sz="1300" b="0">
                <a:solidFill>
                  <a:srgbClr val="1A1A1A"/>
                </a:solidFill>
                <a:latin typeface="Calibri"/>
              </a:rPr>
              <a:t>Don't let them turn against you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114800"/>
            <a:ext cx="338328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251960"/>
            <a:ext cx="31089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1">
                <a:solidFill>
                  <a:srgbClr val="4DA2A8"/>
                </a:solidFill>
                <a:latin typeface="Calibri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92040"/>
            <a:ext cx="301752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low influence · low interest</a:t>
            </a:r>
            <a:br/>
            <a:r>
              <a:rPr sz="1300" b="0">
                <a:solidFill>
                  <a:srgbClr val="1A1A1A"/>
                </a:solidFill>
                <a:latin typeface="Calibri"/>
              </a:rPr>
              <a:t>Light touch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6126480"/>
            <a:ext cx="676656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1">
                <a:solidFill>
                  <a:srgbClr val="1F3282"/>
                </a:solidFill>
                <a:latin typeface="Calibri"/>
              </a:rPr>
              <a:t>Influence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931920"/>
            <a:ext cx="22860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1F3282"/>
                </a:solidFill>
                <a:latin typeface="Calibri"/>
              </a:rPr>
              <a:t>↑   Interest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What each archetype actually wants to hear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same initiative, five different headlines.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377440" cy="64008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3774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Executives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011680"/>
            <a:ext cx="804672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2011680"/>
            <a:ext cx="78638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“Revenue impact, peer benchmarks, two-year position.”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2377440" cy="64008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3774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Board / oversight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788920"/>
            <a:ext cx="804672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78638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“Risk envelope, compliance posture, governance evidence.”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2377440" cy="64008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3774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566160"/>
            <a:ext cx="804672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566160"/>
            <a:ext cx="78638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“What this means for your area, where credit is shared.”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2377440" cy="64008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23774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4343400"/>
            <a:ext cx="804672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4343400"/>
            <a:ext cx="78638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“What changes for you on Monday morning. What stays the same.”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20640"/>
            <a:ext cx="2377440" cy="64008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23774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120640"/>
            <a:ext cx="804672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0" y="5120640"/>
            <a:ext cx="7863840" cy="6400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“What you get, what we promise, what we won't do with your data.”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EXERCISE — Map your stakeholders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5 minutes individual. Use the workbook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Pick one initiative — </a:t>
            </a:r>
            <a:r>
              <a:rPr sz="1800">
                <a:solidFill>
                  <a:srgbClr val="1A1A1A"/>
                </a:solidFill>
                <a:latin typeface="Calibri"/>
              </a:rPr>
              <a:t>from your opportunity matrix in Module 1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List 5–8 stakeholders — </a:t>
            </a:r>
            <a:r>
              <a:rPr sz="1800">
                <a:solidFill>
                  <a:srgbClr val="1A1A1A"/>
                </a:solidFill>
                <a:latin typeface="Calibri"/>
              </a:rPr>
              <a:t>by name, not job title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Place each — </a:t>
            </a:r>
            <a:r>
              <a:rPr sz="1800">
                <a:solidFill>
                  <a:srgbClr val="1A1A1A"/>
                </a:solidFill>
                <a:latin typeface="Calibri"/>
              </a:rPr>
              <a:t>on the influence × interest grid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Mark the gaps — </a:t>
            </a:r>
            <a:r>
              <a:rPr sz="1800">
                <a:solidFill>
                  <a:srgbClr val="1A1A1A"/>
                </a:solidFill>
                <a:latin typeface="Calibri"/>
              </a:rPr>
              <a:t>where you don't actually know what someone wants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282"/>
                </a:solidFill>
                <a:latin typeface="Calibri"/>
              </a:rPr>
              <a:t>• Pick your first conversation — </a:t>
            </a:r>
            <a:r>
              <a:rPr sz="1800">
                <a:solidFill>
                  <a:srgbClr val="1A1A1A"/>
                </a:solidFill>
                <a:latin typeface="Calibri"/>
              </a:rPr>
              <a:t>the highest-influence person you've under-engaged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Speak Their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The same initiative, retold five different ways.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Translate value to each audience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Pick the dimension that matters to the person in front of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ROI · payback period · margin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risk envelope · regulatory exposure ·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throughput · error rate · capacity unlocked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growth optionality · competitive 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experience · trust · transparency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43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60436" y="4114800"/>
            <a:ext cx="365760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759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Employees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31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augmentation · time saved · skills gained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before / after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fastest way to make value concrete.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402336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555555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5029200" cy="31089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55555"/>
                </a:solidFill>
                <a:latin typeface="Calibri"/>
              </a:rPr>
              <a:t>• Workflow — </a:t>
            </a:r>
            <a:r>
              <a:rPr sz="1400">
                <a:solidFill>
                  <a:srgbClr val="1A1A1A"/>
                </a:solidFill>
                <a:latin typeface="Calibri"/>
              </a:rPr>
              <a:t>5 hours per claim, manual review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55555"/>
                </a:solidFill>
                <a:latin typeface="Calibri"/>
              </a:rPr>
              <a:t>• Errors — </a:t>
            </a:r>
            <a:r>
              <a:rPr sz="1400">
                <a:solidFill>
                  <a:srgbClr val="1A1A1A"/>
                </a:solidFill>
                <a:latin typeface="Calibri"/>
              </a:rPr>
              <a:t>2-4% slip through to payments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55555"/>
                </a:solidFill>
                <a:latin typeface="Calibri"/>
              </a:rPr>
              <a:t>• Capacity — </a:t>
            </a:r>
            <a:r>
              <a:rPr sz="1400">
                <a:solidFill>
                  <a:srgbClr val="1A1A1A"/>
                </a:solidFill>
                <a:latin typeface="Calibri"/>
              </a:rPr>
              <a:t>12 claims per day per FTE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55555"/>
                </a:solidFill>
                <a:latin typeface="Calibri"/>
              </a:rPr>
              <a:t>• Customer — </a:t>
            </a:r>
            <a:r>
              <a:rPr sz="1400">
                <a:solidFill>
                  <a:srgbClr val="1A1A1A"/>
                </a:solidFill>
                <a:latin typeface="Calibri"/>
              </a:rPr>
              <a:t>average 7 days to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86000"/>
            <a:ext cx="5394960" cy="4023360"/>
          </a:xfrm>
          <a:prstGeom prst="roundRect">
            <a:avLst/>
          </a:prstGeom>
          <a:solidFill>
            <a:srgbClr val="D8DFEE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42316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1F3282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5029200" cy="31089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Workflow — </a:t>
            </a:r>
            <a:r>
              <a:rPr sz="1400">
                <a:solidFill>
                  <a:srgbClr val="1A1A1A"/>
                </a:solidFill>
                <a:latin typeface="Calibri"/>
              </a:rPr>
              <a:t>AI extracts + flags edge cases for review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Errors — </a:t>
            </a:r>
            <a:r>
              <a:rPr sz="1400">
                <a:solidFill>
                  <a:srgbClr val="1A1A1A"/>
                </a:solidFill>
                <a:latin typeface="Calibri"/>
              </a:rPr>
              <a:t>0.7%, with explainable flags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Capacity — </a:t>
            </a:r>
            <a:r>
              <a:rPr sz="1400">
                <a:solidFill>
                  <a:srgbClr val="1A1A1A"/>
                </a:solidFill>
                <a:latin typeface="Calibri"/>
              </a:rPr>
              <a:t>30 claims per day per FTE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3282"/>
                </a:solidFill>
                <a:latin typeface="Calibri"/>
              </a:rPr>
              <a:t>• Customer — </a:t>
            </a:r>
            <a:r>
              <a:rPr sz="1400">
                <a:solidFill>
                  <a:srgbClr val="1A1A1A"/>
                </a:solidFill>
                <a:latin typeface="Calibri"/>
              </a:rPr>
              <a:t>average 1.5 days to resolution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Three story patterns that win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Pick one. Make it concrete. Tell it the same way every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5" y="2651760"/>
            <a:ext cx="914400" cy="914400"/>
          </a:xfrm>
          <a:prstGeom prst="ellipse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96795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1F3282"/>
                </a:solidFill>
                <a:latin typeface="Calibri"/>
              </a:rPr>
              <a:t>The 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“We had a problem. Here's how we solved it. Here's what changed.”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3727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55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E86E2A"/>
                </a:solidFill>
                <a:latin typeface="Calibri"/>
              </a:rPr>
              <a:t>The Contrast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“Old way vs new way. Same task, very different outcome.”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615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77756" y="2651760"/>
            <a:ext cx="914400" cy="914400"/>
          </a:xfrm>
          <a:prstGeom prst="ellipse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7775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03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4DA2A8"/>
                </a:solidFill>
                <a:latin typeface="Calibri"/>
              </a:rPr>
              <a:t>The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“This is the change coming. Here's how we'll be ready before competitors.”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Three concrete success narratives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Real templates you can adapt for your own initiatives.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Document extraction (operations) — </a:t>
            </a:r>
            <a:r>
              <a:rPr sz="1600">
                <a:solidFill>
                  <a:srgbClr val="1A1A1A"/>
                </a:solidFill>
                <a:latin typeface="Calibri"/>
              </a:rPr>
              <a:t>Insurance ops team cut average claim handling from 7 days to 1.5 — same headcount, more throughput, better customer NPS.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Knowledge assistant (employee) — </a:t>
            </a:r>
            <a:r>
              <a:rPr sz="1600">
                <a:solidFill>
                  <a:srgbClr val="1A1A1A"/>
                </a:solidFill>
                <a:latin typeface="Calibri"/>
              </a:rPr>
              <a:t>Internal RAG over manuals + SOPs cut new-hire ramp time from 90 days to 45. Tier-1 support tickets dropped 30%.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Predictive maintenance (asset-heavy) — </a:t>
            </a:r>
            <a:r>
              <a:rPr sz="1600">
                <a:solidFill>
                  <a:srgbClr val="1A1A1A"/>
                </a:solidFill>
                <a:latin typeface="Calibri"/>
              </a:rPr>
              <a:t>Vibration + heat-sensor model flagged a bearing failure 11 days early. One avoided shutdown paid for the year's AI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Notice — every one is concrete numbers, named workflow, and the outcome a non-technical leader cares about.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Anti-patterns — what NOT to say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If your message contains these, rewrite before sending.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39496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4027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Hype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39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“Revolutionary AI-powered next-generation solution…”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9456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39496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79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Jargon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39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“Leveraging transformer-based latent embeddings…”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89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539496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43484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Doom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“If we don't act now we'll be obsolete in 18 months.”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389120"/>
            <a:ext cx="539496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4389120"/>
            <a:ext cx="539496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434840"/>
            <a:ext cx="50292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Vague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937760" cy="12344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“Significant productivity gains across the enterprise.”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Antidote: specific numbers, named workflows, plain words.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Quick rewrite — fix this announcement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3 minutes. Discuss with a tablemate.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72800" cy="1371600"/>
          </a:xfrm>
          <a:prstGeom prst="roundRect">
            <a:avLst/>
          </a:prstGeom>
          <a:solidFill>
            <a:srgbClr val="F7DAD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1">
                <a:solidFill>
                  <a:srgbClr val="C41E3A"/>
                </a:solidFill>
                <a:latin typeface="Calibri"/>
              </a:rPr>
              <a:t>BEFORE  (the hype version)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15600" cy="8686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“We are thrilled to announce our revolutionary AI-powered next-generation platform that will transform how our team approaches every workflow, leveraging cutting-edge generative intelligence to unlock unprecedented productivity gains across the entire enterprise.”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10972800" cy="237744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1">
                <a:solidFill>
                  <a:srgbClr val="76A957"/>
                </a:solidFill>
                <a:latin typeface="Calibri"/>
              </a:rPr>
              <a:t>AFTER  (your rewrite)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5156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What is this for?  (one specific workflow)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Who's the user?  (one specific team)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What changes for them on Monday?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What's the measurable outcome we expect?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What's NOT changing?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Fear Is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Resistance tells you what to fix, not who to fight.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five most common AI fears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Chances are at least three of these are sitting in your audience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Job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“Will AI replace me?”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Deskilling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“Will I lose what makes my work valuable?”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Bias / unfairness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“Will it treat me / my customers unfairly?”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“Will my data, IP, secrets leak?”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Loss of human touch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“Will customers lose what they liked about us?”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empathy template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Three lines you can use, in order, in any tense conversation about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" y="2286000"/>
            <a:ext cx="3657600" cy="4023360"/>
          </a:xfrm>
          <a:prstGeom prst="roundRect">
            <a:avLst/>
          </a:prstGeom>
          <a:solidFill>
            <a:srgbClr val="F7DADF"/>
          </a:solidFill>
          <a:ln w="317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5" y="2651760"/>
            <a:ext cx="914400" cy="9144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96795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C41E3A"/>
                </a:solidFill>
                <a:latin typeface="Calibri"/>
              </a:rPr>
              <a:t>Acknowledge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“This change is real, and it's worth being concerned about.”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6" y="2286000"/>
            <a:ext cx="3657600" cy="4023360"/>
          </a:xfrm>
          <a:prstGeom prst="roundRect">
            <a:avLst/>
          </a:prstGeom>
          <a:solidFill>
            <a:srgbClr val="FBF2D7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3727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55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E86E2A"/>
                </a:solidFill>
                <a:latin typeface="Calibri"/>
              </a:rPr>
              <a:t>Specify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“Here's exactly what's changing — and exactly what isn't.”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6156" y="2286000"/>
            <a:ext cx="3657600" cy="4023360"/>
          </a:xfrm>
          <a:prstGeom prst="roundRect">
            <a:avLst/>
          </a:prstGeom>
          <a:solidFill>
            <a:srgbClr val="E5F0DD"/>
          </a:solidFill>
          <a:ln w="317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77756" y="2651760"/>
            <a:ext cx="914400" cy="914400"/>
          </a:xfrm>
          <a:prstGeom prst="ellipse">
            <a:avLst/>
          </a:prstGeom>
          <a:solidFill>
            <a:srgbClr val="76A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7775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03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76A957"/>
                </a:solidFill>
                <a:latin typeface="Calibri"/>
              </a:rPr>
              <a:t>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“Here's the support you'll get. Here's how you can flag if it isn't working.”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Reframe — augmentation, not replacement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People who use AI well will replace people who don't. Help your team be the former.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replacement framing — </a:t>
            </a:r>
            <a:r>
              <a:rPr sz="1700">
                <a:solidFill>
                  <a:srgbClr val="1A1A1A"/>
                </a:solidFill>
                <a:latin typeface="Calibri"/>
              </a:rPr>
              <a:t>“AI will do your job.” — fear, defensiveness, resistance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augmentation framing — </a:t>
            </a:r>
            <a:r>
              <a:rPr sz="1700">
                <a:solidFill>
                  <a:srgbClr val="1A1A1A"/>
                </a:solidFill>
                <a:latin typeface="Calibri"/>
              </a:rPr>
              <a:t>“AI will do the boring 30% of your job. Your judgment is the other 70%.”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Why it works — </a:t>
            </a:r>
            <a:r>
              <a:rPr sz="1700">
                <a:solidFill>
                  <a:srgbClr val="1A1A1A"/>
                </a:solidFill>
                <a:latin typeface="Calibri"/>
              </a:rPr>
              <a:t>honors what people already do well — and asks them to do MORE of it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Where it fails — </a:t>
            </a:r>
            <a:r>
              <a:rPr sz="1700">
                <a:solidFill>
                  <a:srgbClr val="1A1A1A"/>
                </a:solidFill>
                <a:latin typeface="Calibri"/>
              </a:rPr>
              <a:t>if the augmentation framing isn't true. Don't say it if you mean replacement.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Rule — </a:t>
            </a:r>
            <a:r>
              <a:rPr sz="1700">
                <a:solidFill>
                  <a:srgbClr val="1A1A1A"/>
                </a:solidFill>
                <a:latin typeface="Calibri"/>
              </a:rPr>
              <a:t>tell the truth about what's changing. The empathy template handles the hard truths.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literacy → fluency → strategist arc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single most effective anti-fear narrative you have.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0995" y="2468880"/>
            <a:ext cx="3200400" cy="10972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Literacy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5" y="3749040"/>
            <a:ext cx="3200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I know what AI 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94276" y="2468880"/>
            <a:ext cx="3200400" cy="1097280"/>
          </a:xfrm>
          <a:prstGeom prst="rightArrow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Fluency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749040"/>
            <a:ext cx="3200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I can prompt and get useful output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77556" y="2468880"/>
            <a:ext cx="3200400" cy="1097280"/>
          </a:xfrm>
          <a:prstGeom prst="rightArrow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Strategist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7556" y="3749040"/>
            <a:ext cx="3200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I know which family to use, when, and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1">
                <a:solidFill>
                  <a:srgbClr val="E86E2A"/>
                </a:solidFill>
                <a:latin typeface="Calibri"/>
              </a:rPr>
              <a:t>Tell every employee they're on this path. Make the path concrete. Provide the time and tools to walk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Leading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Tools age. Models change. The change-management muscle is the one that lasts.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Why AI change management is different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Most change-management playbooks assume the system, once shipped, stays still.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AI keeps changing — </a:t>
            </a:r>
            <a:r>
              <a:rPr sz="1700">
                <a:solidFill>
                  <a:srgbClr val="1A1A1A"/>
                </a:solidFill>
                <a:latin typeface="Calibri"/>
              </a:rPr>
              <a:t>underlying models update; behavior shifts mid-flight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user is also the test — </a:t>
            </a:r>
            <a:r>
              <a:rPr sz="1700">
                <a:solidFill>
                  <a:srgbClr val="1A1A1A"/>
                </a:solidFill>
                <a:latin typeface="Calibri"/>
              </a:rPr>
              <a:t>people learn what works through trial and error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Outcomes are probabilistic — </a:t>
            </a:r>
            <a:r>
              <a:rPr sz="1700">
                <a:solidFill>
                  <a:srgbClr val="1A1A1A"/>
                </a:solidFill>
                <a:latin typeface="Calibri"/>
              </a:rPr>
              <a:t>no two runs identical — that's hard for procedure-trained orgs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Risk profile is dynamic — </a:t>
            </a:r>
            <a:r>
              <a:rPr sz="1700">
                <a:solidFill>
                  <a:srgbClr val="1A1A1A"/>
                </a:solidFill>
                <a:latin typeface="Calibri"/>
              </a:rPr>
              <a:t>what was safe at 100 users may not be at 10,000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Implication — </a:t>
            </a:r>
            <a:r>
              <a:rPr sz="1700">
                <a:solidFill>
                  <a:srgbClr val="1A1A1A"/>
                </a:solidFill>
                <a:latin typeface="Calibri"/>
              </a:rPr>
              <a:t>communication can't be one-shot. It's a continuing rhythm.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four stages of AI adoption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Each one needs a different communication strategy.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768096" y="2377440"/>
            <a:ext cx="2560320" cy="1097280"/>
          </a:xfrm>
          <a:prstGeom prst="rightArrow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657600"/>
            <a:ext cx="256032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narrow scope, real users, real metrics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65576" y="2377440"/>
            <a:ext cx="2560320" cy="1097280"/>
          </a:xfrm>
          <a:prstGeom prst="rightArrow">
            <a:avLst/>
          </a:prstGeom>
          <a:solidFill>
            <a:srgbClr val="76A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5576" y="3657600"/>
            <a:ext cx="256032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early users champion it; expand to neighbors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63056" y="2377440"/>
            <a:ext cx="2560320" cy="1097280"/>
          </a:xfrm>
          <a:prstGeom prst="rightArrow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3657600"/>
            <a:ext cx="256032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platform thinking, training, governance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60536" y="2377440"/>
            <a:ext cx="2560320" cy="1097280"/>
          </a:xfrm>
          <a:prstGeom prst="rightArrow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536" y="3657600"/>
            <a:ext cx="2560320" cy="18288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AI is part of the operating model, not 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1">
                <a:solidFill>
                  <a:srgbClr val="E86E2A"/>
                </a:solidFill>
                <a:latin typeface="Calibri"/>
              </a:rPr>
              <a:t>Most orgs get stuck between Adopt and Scale — the “demo graveyard.”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trough of disillusionment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Excitement → frustration → quiet productivity. Most orgs quit in the middle.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Phase 1 — Excitement — </a:t>
            </a:r>
            <a:r>
              <a:rPr sz="1600">
                <a:solidFill>
                  <a:srgbClr val="1A1A1A"/>
                </a:solidFill>
                <a:latin typeface="Calibri"/>
              </a:rPr>
              <a:t>“This will change everything.” Pilots get green-lit. Early demos amaze.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Phase 2 — Frustration — </a:t>
            </a:r>
            <a:r>
              <a:rPr sz="1600">
                <a:solidFill>
                  <a:srgbClr val="1A1A1A"/>
                </a:solidFill>
                <a:latin typeface="Calibri"/>
              </a:rPr>
              <a:t>“This is harder than the demo.” Edge cases pile up. Costs are higher.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Phase 3 — Quiet productivity — </a:t>
            </a:r>
            <a:r>
              <a:rPr sz="1600">
                <a:solidFill>
                  <a:srgbClr val="1A1A1A"/>
                </a:solidFill>
                <a:latin typeface="Calibri"/>
              </a:rPr>
              <a:t>“Oh — this is actually working.” Less buzz, more value.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Champion's job — </a:t>
            </a:r>
            <a:r>
              <a:rPr sz="1600">
                <a:solidFill>
                  <a:srgbClr val="1A1A1A"/>
                </a:solidFill>
                <a:latin typeface="Calibri"/>
              </a:rPr>
              <a:t>narrate the trough as expected, not as failure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Failure mode — </a:t>
            </a:r>
            <a:r>
              <a:rPr sz="1600">
                <a:solidFill>
                  <a:srgbClr val="1A1A1A"/>
                </a:solidFill>
                <a:latin typeface="Calibri"/>
              </a:rPr>
              <a:t>executives quit at the trough — and miss phase 3 entirely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champion's five moves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What you do every quarter to keep AI moving inside the org.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3795" y="2286000"/>
            <a:ext cx="548640" cy="548640"/>
          </a:xfrm>
          <a:prstGeom prst="ellipse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5" y="2331720"/>
            <a:ext cx="548640" cy="5486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9595" y="2286000"/>
            <a:ext cx="26517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1F3282"/>
                </a:solidFill>
                <a:latin typeface="Calibri"/>
              </a:rPr>
              <a:t>Tell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" y="2971800"/>
            <a:ext cx="3383280" cy="8229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concrete wins, named teams, small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48556" y="2286000"/>
            <a:ext cx="548640" cy="54864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8556" y="2331720"/>
            <a:ext cx="548640" cy="5486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4356" y="2286000"/>
            <a:ext cx="26517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E86E2A"/>
                </a:solidFill>
                <a:latin typeface="Calibri"/>
              </a:rPr>
              <a:t>Surface losses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556" y="2971800"/>
            <a:ext cx="3383280" cy="8229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what didn't work, what we learned, what we 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43316" y="2286000"/>
            <a:ext cx="548640" cy="548640"/>
          </a:xfrm>
          <a:prstGeom prst="ellipse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3316" y="2331720"/>
            <a:ext cx="548640" cy="5486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9116" y="2286000"/>
            <a:ext cx="26517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4DA2A8"/>
                </a:solidFill>
                <a:latin typeface="Calibri"/>
              </a:rPr>
              <a:t>Refresh sponsorship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316" y="2971800"/>
            <a:ext cx="3383280" cy="8229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executive's calendar moves; re-recruit quarterly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3795" y="4297680"/>
            <a:ext cx="548640" cy="548640"/>
          </a:xfrm>
          <a:prstGeom prst="ellipse">
            <a:avLst/>
          </a:prstGeom>
          <a:solidFill>
            <a:srgbClr val="76A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" y="4343400"/>
            <a:ext cx="548640" cy="5486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9595" y="4297680"/>
            <a:ext cx="26517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76A957"/>
                </a:solidFill>
                <a:latin typeface="Calibri"/>
              </a:rPr>
              <a:t>Recruit new champions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" y="4983480"/>
            <a:ext cx="3383280" cy="8229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find the next-generation in adjacent teams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48556" y="4297680"/>
            <a:ext cx="548640" cy="548640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48556" y="4343400"/>
            <a:ext cx="548640" cy="54864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4356" y="4297680"/>
            <a:ext cx="265176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6A4C93"/>
                </a:solidFill>
                <a:latin typeface="Calibri"/>
              </a:rPr>
              <a:t>Update the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556" y="4983480"/>
            <a:ext cx="3383280" cy="8229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the landscape changes; your strategy should too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Tech-to-Business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The cheat sheet, the right questions, and when to push back.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Essential AI vocabulary — strategist's cheat sheet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fifteen terms you'll hear most often. One sentence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194560" cy="41148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194560" cy="4114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920240"/>
            <a:ext cx="9052560" cy="411480"/>
          </a:xfrm>
          <a:prstGeom prst="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39" y="1920240"/>
            <a:ext cx="9052560" cy="41148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it actually means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2331720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2331720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79" y="2331720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a model that predicts the next token in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24328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2624328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Embedding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2624328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79" y="2624328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a numeric vector that represents 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16936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2916936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Token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2916936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79" y="2916936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a chunk of text the model processes (roughly word-piece)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9544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" y="3209544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Context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3209544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79" y="3209544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the most text the model can read in one 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02152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3502152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RAG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502152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79" y="3502152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retrieve relevant chunks, then feed them to the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794760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19" y="3794760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Fine-tune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3794760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79" y="3794760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further training on your data to specialize a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87368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19" y="4087368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Prompt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4087368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79" y="4087368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the instructions you give the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379976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4379976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Eval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4379976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79" y="4379976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an automated test that scores model output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672584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19" y="4672584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Drift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39" y="4672584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26079" y="4672584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model accuracy degrades as the world changes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965192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19" y="4965192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Hallucination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4965192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79" y="4965192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plausible-but-false output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257800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19" y="5257800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Inference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39" y="5257800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26079" y="5257800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running the model to produce an output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550408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19" y="5550408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Latency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39" y="5550408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26079" y="5550408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time from request to response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843016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19" y="5843016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Guardrail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39" y="5843016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926079" y="5843016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a check on what the model can say or 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6135624"/>
            <a:ext cx="2194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19" y="6135624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Agent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39" y="6135624"/>
            <a:ext cx="905256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26079" y="6135624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an LLM connected to tools that can take actions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6428232"/>
            <a:ext cx="2194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1519" y="6428232"/>
            <a:ext cx="2011679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1">
                <a:solidFill>
                  <a:srgbClr val="1F3282"/>
                </a:solidFill>
                <a:latin typeface="Calibri"/>
              </a:rPr>
              <a:t>MLOps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39" y="6428232"/>
            <a:ext cx="90525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926079" y="6428232"/>
            <a:ext cx="8869680" cy="292608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Calibri"/>
              </a:rPr>
              <a:t>the discipline of running models in production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Translate both directions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Tech-to-business and business-to-tech are equally important.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4206240"/>
          </a:xfrm>
          <a:prstGeom prst="roundRect">
            <a:avLst/>
          </a:prstGeom>
          <a:solidFill>
            <a:srgbClr val="DCECEE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4DA2A8"/>
                </a:solidFill>
                <a:latin typeface="Calibri"/>
              </a:rPr>
              <a:t>Tech →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1089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DA2A8"/>
                </a:solidFill>
                <a:latin typeface="Calibri"/>
              </a:rPr>
              <a:t>• Engineer says — </a:t>
            </a:r>
            <a:r>
              <a:rPr sz="1500">
                <a:solidFill>
                  <a:srgbClr val="1A1A1A"/>
                </a:solidFill>
                <a:latin typeface="Calibri"/>
              </a:rPr>
              <a:t>“The eval F1 dropped 3 points after the model upgrade.”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DA2A8"/>
                </a:solidFill>
                <a:latin typeface="Calibri"/>
              </a:rPr>
              <a:t>• You translate — </a:t>
            </a:r>
            <a:r>
              <a:rPr sz="1500">
                <a:solidFill>
                  <a:srgbClr val="1A1A1A"/>
                </a:solidFill>
                <a:latin typeface="Calibri"/>
              </a:rPr>
              <a:t>“We hit a quality regression. Customers may notice. Roll back or accept?”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4206240"/>
          </a:xfrm>
          <a:prstGeom prst="roundRect">
            <a:avLst/>
          </a:prstGeom>
          <a:solidFill>
            <a:srgbClr val="D8DFEE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1F3282"/>
                </a:solidFill>
                <a:latin typeface="Calibri"/>
              </a:rPr>
              <a:t>Business →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937760" cy="31089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Exec says — </a:t>
            </a:r>
            <a:r>
              <a:rPr sz="1500">
                <a:solidFill>
                  <a:srgbClr val="1A1A1A"/>
                </a:solidFill>
                <a:latin typeface="Calibri"/>
              </a:rPr>
              <a:t>“We need this to be fair.”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282"/>
                </a:solidFill>
                <a:latin typeface="Calibri"/>
              </a:rPr>
              <a:t>• You translate — </a:t>
            </a:r>
            <a:r>
              <a:rPr sz="1500">
                <a:solidFill>
                  <a:srgbClr val="1A1A1A"/>
                </a:solidFill>
                <a:latin typeface="Calibri"/>
              </a:rPr>
              <a:t>“Pick a fairness metric. Test the model against protected groups. Document the trade-off.”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Seven questions for any AI technical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If your team can't answer these, it's not ready to 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1. What problem is this solving, in business language?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2. What does success look like — measured how, by whom?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3. What's the failure mode that ends up on the front page?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4. What's our human-in-the-loop pattern?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5. What's our cost per outcome — and our cost ceiling?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6. How do we know it's still working in 6 months?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7. What does “shut it off in 60 seconds” look like?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When and how to push back on engineers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Curiosity beats authority — and works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When the answer is too confident — </a:t>
            </a:r>
            <a:r>
              <a:rPr sz="1600">
                <a:solidFill>
                  <a:srgbClr val="1A1A1A"/>
                </a:solidFill>
                <a:latin typeface="Calibri"/>
              </a:rPr>
              <a:t>“What would have to be true for this NOT to work?”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When the answer is too vague — </a:t>
            </a:r>
            <a:r>
              <a:rPr sz="1600">
                <a:solidFill>
                  <a:srgbClr val="1A1A1A"/>
                </a:solidFill>
                <a:latin typeface="Calibri"/>
              </a:rPr>
              <a:t>“Show me the eval. Show me the dashboard.”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When the timeline shrinks suspiciously — </a:t>
            </a:r>
            <a:r>
              <a:rPr sz="1600">
                <a:solidFill>
                  <a:srgbClr val="1A1A1A"/>
                </a:solidFill>
                <a:latin typeface="Calibri"/>
              </a:rPr>
              <a:t>“What did we just remove from scope?”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When risk is dismissed — </a:t>
            </a:r>
            <a:r>
              <a:rPr sz="1600">
                <a:solidFill>
                  <a:srgbClr val="1A1A1A"/>
                </a:solidFill>
                <a:latin typeface="Calibri"/>
              </a:rPr>
              <a:t>“What's the worst case for an external observer?”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When you don't understand — </a:t>
            </a:r>
            <a:r>
              <a:rPr sz="1600">
                <a:solidFill>
                  <a:srgbClr val="1A1A1A"/>
                </a:solidFill>
                <a:latin typeface="Calibri"/>
              </a:rPr>
              <a:t>say so. Ask. The one who admits it first wins the room.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Working with Vendors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Most of your AI stack is going to be someone else's. Pick well, hold them accountable.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Build · Buy · Partner — a leadership lens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The default is buy. The exception is build. Partner is for the in-between.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5" y="2286000"/>
            <a:ext cx="3657600" cy="54864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331720"/>
            <a:ext cx="329184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" y="3200400"/>
            <a:ext cx="3108960" cy="2926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internal differentiation · sensitive data · regulated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286000"/>
            <a:ext cx="3657600" cy="54864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8556" y="2331720"/>
            <a:ext cx="329184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996" y="3200400"/>
            <a:ext cx="3108960" cy="2926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commodity capability · fast time to market · 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615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06156" y="2286000"/>
            <a:ext cx="3657600" cy="54864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9036" y="2331720"/>
            <a:ext cx="329184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6" y="3200400"/>
            <a:ext cx="3108960" cy="2926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co-developed capability · shared risk · longer 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300" b="1">
                <a:solidFill>
                  <a:srgbClr val="E86E2A"/>
                </a:solidFill>
                <a:latin typeface="Calibri"/>
              </a:rPr>
              <a:t>Tip — most decisions look like “build” to engineers and “buy” to finance. Map the trade-offs explicitly.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mock vendor meeting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Three things to ask. Three things to avoid.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411480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76A957"/>
                </a:solidFill>
                <a:latin typeface="Calibri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5029200" cy="3291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References — </a:t>
            </a:r>
            <a:r>
              <a:rPr sz="1400">
                <a:solidFill>
                  <a:srgbClr val="1A1A1A"/>
                </a:solidFill>
                <a:latin typeface="Calibri"/>
              </a:rPr>
              <a:t>two customers in our industry, on a call, this week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Eval — </a:t>
            </a:r>
            <a:r>
              <a:rPr sz="1400">
                <a:solidFill>
                  <a:srgbClr val="1A1A1A"/>
                </a:solidFill>
                <a:latin typeface="Calibri"/>
              </a:rPr>
              <a:t>let me run my evaluation on a new release before it ships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Data — </a:t>
            </a:r>
            <a:r>
              <a:rPr sz="1400">
                <a:solidFill>
                  <a:srgbClr val="1A1A1A"/>
                </a:solidFill>
                <a:latin typeface="Calibri"/>
              </a:rPr>
              <a:t>where it's processed, who can see it, retention policy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Roadmap — </a:t>
            </a:r>
            <a:r>
              <a:rPr sz="1400">
                <a:solidFill>
                  <a:srgbClr val="1A1A1A"/>
                </a:solidFill>
                <a:latin typeface="Calibri"/>
              </a:rPr>
              <a:t>what features are us paying you to defer?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Termination — </a:t>
            </a:r>
            <a:r>
              <a:rPr sz="1400">
                <a:solidFill>
                  <a:srgbClr val="1A1A1A"/>
                </a:solidFill>
                <a:latin typeface="Calibri"/>
              </a:rPr>
              <a:t>the off-ramp — data, weights,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4114800"/>
          </a:xfrm>
          <a:prstGeom prst="roundRect">
            <a:avLst/>
          </a:prstGeom>
          <a:solidFill>
            <a:srgbClr val="F7DAD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C41E3A"/>
                </a:solidFill>
                <a:latin typeface="Calibri"/>
              </a:rPr>
              <a:t>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26080"/>
            <a:ext cx="5029200" cy="3291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Demo dazzle — </a:t>
            </a:r>
            <a:r>
              <a:rPr sz="1400">
                <a:solidFill>
                  <a:srgbClr val="1A1A1A"/>
                </a:solidFill>
                <a:latin typeface="Calibri"/>
              </a:rPr>
              <a:t>the canned demo is not your workflow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Logo lists — </a:t>
            </a:r>
            <a:r>
              <a:rPr sz="1400">
                <a:solidFill>
                  <a:srgbClr val="1A1A1A"/>
                </a:solidFill>
                <a:latin typeface="Calibri"/>
              </a:rPr>
              <a:t>“Fortune 500 customers” without your-industry references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Roadmap promises — </a:t>
            </a:r>
            <a:r>
              <a:rPr sz="1400">
                <a:solidFill>
                  <a:srgbClr val="1A1A1A"/>
                </a:solidFill>
                <a:latin typeface="Calibri"/>
              </a:rPr>
              <a:t>in writing or it didn't happen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Vague pricing — </a:t>
            </a:r>
            <a:r>
              <a:rPr sz="1400">
                <a:solidFill>
                  <a:srgbClr val="1A1A1A"/>
                </a:solidFill>
                <a:latin typeface="Calibri"/>
              </a:rPr>
              <a:t>“contact us” at $1M ARR is a red flag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No exit plan — </a:t>
            </a:r>
            <a:r>
              <a:rPr sz="1400">
                <a:solidFill>
                  <a:srgbClr val="1A1A1A"/>
                </a:solidFill>
                <a:latin typeface="Calibri"/>
              </a:rPr>
              <a:t>you'll regret signing without one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Negotiating an AI vendor contract — the red lines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Walk away if any of these aren't addressed.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Training on your data — </a:t>
            </a:r>
            <a:r>
              <a:rPr sz="1600">
                <a:solidFill>
                  <a:srgbClr val="1A1A1A"/>
                </a:solidFill>
                <a:latin typeface="Calibri"/>
              </a:rPr>
              <a:t>explicit no-train clause, default OFF, opt-out documented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Sub-processors — </a:t>
            </a:r>
            <a:r>
              <a:rPr sz="1600">
                <a:solidFill>
                  <a:srgbClr val="1A1A1A"/>
                </a:solidFill>
                <a:latin typeface="Calibri"/>
              </a:rPr>
              <a:t>list, change notice, audit rights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Model deprecation — </a:t>
            </a:r>
            <a:r>
              <a:rPr sz="1600">
                <a:solidFill>
                  <a:srgbClr val="1A1A1A"/>
                </a:solidFill>
                <a:latin typeface="Calibri"/>
              </a:rPr>
              <a:t>minimum notice, downgrade path, parallel-run window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Eval access — </a:t>
            </a:r>
            <a:r>
              <a:rPr sz="1600">
                <a:solidFill>
                  <a:srgbClr val="1A1A1A"/>
                </a:solidFill>
                <a:latin typeface="Calibri"/>
              </a:rPr>
              <a:t>you run your harness on candidate releases pre-GA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Incident response — </a:t>
            </a:r>
            <a:r>
              <a:rPr sz="1600">
                <a:solidFill>
                  <a:srgbClr val="1A1A1A"/>
                </a:solidFill>
                <a:latin typeface="Calibri"/>
              </a:rPr>
              <a:t>SLA, who pays for what, breach notification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Termination — </a:t>
            </a:r>
            <a:r>
              <a:rPr sz="1600">
                <a:solidFill>
                  <a:srgbClr val="1A1A1A"/>
                </a:solidFill>
                <a:latin typeface="Calibri"/>
              </a:rPr>
              <a:t>data return, deletion, transition assistance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After the contract — what to monitor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Vendor risk doesn't stop at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Performance — </a:t>
            </a:r>
            <a:r>
              <a:rPr sz="1600">
                <a:solidFill>
                  <a:srgbClr val="1A1A1A"/>
                </a:solidFill>
                <a:latin typeface="Calibri"/>
              </a:rPr>
              <a:t>your eval harness on every release; trend, not single-point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Cost — </a:t>
            </a:r>
            <a:r>
              <a:rPr sz="1600">
                <a:solidFill>
                  <a:srgbClr val="1A1A1A"/>
                </a:solidFill>
                <a:latin typeface="Calibri"/>
              </a:rPr>
              <a:t>actual unit economics; alert on drift from contracted rates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Capability changes — </a:t>
            </a:r>
            <a:r>
              <a:rPr sz="1600">
                <a:solidFill>
                  <a:srgbClr val="1A1A1A"/>
                </a:solidFill>
                <a:latin typeface="Calibri"/>
              </a:rPr>
              <a:t>behavioral diffs across versions even when tests still pass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Regulatory posture — </a:t>
            </a:r>
            <a:r>
              <a:rPr sz="1600">
                <a:solidFill>
                  <a:srgbClr val="1A1A1A"/>
                </a:solidFill>
                <a:latin typeface="Calibri"/>
              </a:rPr>
              <a:t>SOC 2, ISO 27001, ISO 42001 — request annual updates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Strategic health — </a:t>
            </a:r>
            <a:r>
              <a:rPr sz="1600">
                <a:solidFill>
                  <a:srgbClr val="1A1A1A"/>
                </a:solidFill>
                <a:latin typeface="Calibri"/>
              </a:rPr>
              <a:t>vendor finances, ownership, leadership stability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Switchability — </a:t>
            </a:r>
            <a:r>
              <a:rPr sz="1600">
                <a:solidFill>
                  <a:srgbClr val="1A1A1A"/>
                </a:solidFill>
                <a:latin typeface="Calibri"/>
              </a:rPr>
              <a:t>could we leave in 90 days if we had to?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You Don't Lead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AI initiatives die without coalitions.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Who to recruit — and why each one matters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Build the smallest coalition that can carry the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executive cover, budget, removes blockers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another champion in a different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Skeptic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principled critic — turns into your fiercest advocate when convinced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First follower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early adopter who validates the change publicly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Critic-of-critics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someone who pushes back when AI hype goes too far — keeps you honest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first follower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Your second supporter matters more than your first. Here's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lone champion is fragile — </a:t>
            </a:r>
            <a:r>
              <a:rPr sz="1700">
                <a:solidFill>
                  <a:srgbClr val="1A1A1A"/>
                </a:solidFill>
                <a:latin typeface="Calibri"/>
              </a:rPr>
              <a:t>easy to dismiss as one enthusiast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The first follower legitimizes you — </a:t>
            </a:r>
            <a:r>
              <a:rPr sz="1700">
                <a:solidFill>
                  <a:srgbClr val="1A1A1A"/>
                </a:solidFill>
                <a:latin typeface="Calibri"/>
              </a:rPr>
              <a:t>now there are two — others can join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Find them early — </a:t>
            </a:r>
            <a:r>
              <a:rPr sz="1700">
                <a:solidFill>
                  <a:srgbClr val="1A1A1A"/>
                </a:solidFill>
                <a:latin typeface="Calibri"/>
              </a:rPr>
              <a:t>the most credible peer who's curious — not the most senior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Make them visible — </a:t>
            </a:r>
            <a:r>
              <a:rPr sz="1700">
                <a:solidFill>
                  <a:srgbClr val="1A1A1A"/>
                </a:solidFill>
                <a:latin typeface="Calibri"/>
              </a:rPr>
              <a:t>give them a podium moment, not a slide credit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Treat them like a partner — </a:t>
            </a:r>
            <a:r>
              <a:rPr sz="1700">
                <a:solidFill>
                  <a:srgbClr val="1A1A1A"/>
                </a:solidFill>
                <a:latin typeface="Calibri"/>
              </a:rPr>
              <a:t>their wins are your wins; their concerns are your roadmap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Communicate wins AND losses — early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Coalitions are built on honesty, not curated PR.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420624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76A957"/>
                </a:solidFill>
                <a:latin typeface="Calibri"/>
              </a:rPr>
              <a:t>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1089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Concrete — </a:t>
            </a:r>
            <a:r>
              <a:rPr sz="1400">
                <a:solidFill>
                  <a:srgbClr val="1A1A1A"/>
                </a:solidFill>
                <a:latin typeface="Calibri"/>
              </a:rPr>
              <a:t>named team, named workflow, real numbers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Shared — </a:t>
            </a:r>
            <a:r>
              <a:rPr sz="1400">
                <a:solidFill>
                  <a:srgbClr val="1A1A1A"/>
                </a:solidFill>
                <a:latin typeface="Calibri"/>
              </a:rPr>
              <a:t>credit the team and the first follower, not yourself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Frequent — </a:t>
            </a:r>
            <a:r>
              <a:rPr sz="1400">
                <a:solidFill>
                  <a:srgbClr val="1A1A1A"/>
                </a:solidFill>
                <a:latin typeface="Calibri"/>
              </a:rPr>
              <a:t>small wins matter more than big launches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6A957"/>
                </a:solidFill>
                <a:latin typeface="Calibri"/>
              </a:rPr>
              <a:t>• Repeatable — </a:t>
            </a:r>
            <a:r>
              <a:rPr sz="1400">
                <a:solidFill>
                  <a:srgbClr val="1A1A1A"/>
                </a:solidFill>
                <a:latin typeface="Calibri"/>
              </a:rPr>
              <a:t>“here's how someone else can do this too”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4206240"/>
          </a:xfrm>
          <a:prstGeom prst="roundRect">
            <a:avLst/>
          </a:prstGeom>
          <a:solidFill>
            <a:srgbClr val="F7DAD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5029200" cy="54864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200" b="1">
                <a:solidFill>
                  <a:srgbClr val="C41E3A"/>
                </a:solidFill>
                <a:latin typeface="Calibri"/>
              </a:rPr>
              <a:t>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937760" cy="31089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Honest — </a:t>
            </a:r>
            <a:r>
              <a:rPr sz="1400">
                <a:solidFill>
                  <a:srgbClr val="1A1A1A"/>
                </a:solidFill>
                <a:latin typeface="Calibri"/>
              </a:rPr>
              <a:t>what didn't work, what surprised us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Specific — </a:t>
            </a:r>
            <a:r>
              <a:rPr sz="1400">
                <a:solidFill>
                  <a:srgbClr val="1A1A1A"/>
                </a:solidFill>
                <a:latin typeface="Calibri"/>
              </a:rPr>
              <a:t>what we changed, what we'll watch next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Early — </a:t>
            </a:r>
            <a:r>
              <a:rPr sz="1400">
                <a:solidFill>
                  <a:srgbClr val="1A1A1A"/>
                </a:solidFill>
                <a:latin typeface="Calibri"/>
              </a:rPr>
              <a:t>before the rumor mill gets there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41E3A"/>
                </a:solidFill>
                <a:latin typeface="Calibri"/>
              </a:rPr>
              <a:t>• Re-positioning — </a:t>
            </a:r>
            <a:r>
              <a:rPr sz="1400">
                <a:solidFill>
                  <a:srgbClr val="1A1A1A"/>
                </a:solidFill>
                <a:latin typeface="Calibri"/>
              </a:rPr>
              <a:t>loss as data, not as defeat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The First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What to do Monday morning and the eleven Mondays after.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Days 1–30 — Listen · Map · Prioritize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Resist the urge to ship anything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1 — </a:t>
            </a:r>
            <a:r>
              <a:rPr sz="1700">
                <a:solidFill>
                  <a:srgbClr val="1A1A1A"/>
                </a:solidFill>
                <a:latin typeface="Calibri"/>
              </a:rPr>
              <a:t>1:1s with 10 stakeholders. Open-ended. What's frustrating? What works?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2 — </a:t>
            </a:r>
            <a:r>
              <a:rPr sz="1700">
                <a:solidFill>
                  <a:srgbClr val="1A1A1A"/>
                </a:solidFill>
                <a:latin typeface="Calibri"/>
              </a:rPr>
              <a:t>use-case inventory. Map every AI experiment + tool already in use (shadow AI counts).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3 — </a:t>
            </a:r>
            <a:r>
              <a:rPr sz="1700">
                <a:solidFill>
                  <a:srgbClr val="1A1A1A"/>
                </a:solidFill>
                <a:latin typeface="Calibri"/>
              </a:rPr>
              <a:t>data + readiness audit. Score against the four dimensions from Module 1.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4 — </a:t>
            </a:r>
            <a:r>
              <a:rPr sz="1700">
                <a:solidFill>
                  <a:srgbClr val="1A1A1A"/>
                </a:solidFill>
                <a:latin typeface="Calibri"/>
              </a:rPr>
              <a:t>draft the opportunity matrix. Pick 2 quick wins + 1 strategic bet.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End of month — </a:t>
            </a:r>
            <a:r>
              <a:rPr sz="1700">
                <a:solidFill>
                  <a:srgbClr val="1A1A1A"/>
                </a:solidFill>
                <a:latin typeface="Calibri"/>
              </a:rPr>
              <a:t>a one-page strategy document. Share, don't publish.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Days 31–60 — Pilot · Learn · Measure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Now you ship. Small. With instruments.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5 — </a:t>
            </a:r>
            <a:r>
              <a:rPr sz="1700">
                <a:solidFill>
                  <a:srgbClr val="1A1A1A"/>
                </a:solidFill>
                <a:latin typeface="Calibri"/>
              </a:rPr>
              <a:t>kick off the first pilot. Named owner. Named users. Named metrics.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6 — </a:t>
            </a:r>
            <a:r>
              <a:rPr sz="1700">
                <a:solidFill>
                  <a:srgbClr val="1A1A1A"/>
                </a:solidFill>
                <a:latin typeface="Calibri"/>
              </a:rPr>
              <a:t>stand up minimum governance — risk register, kill switch, dashboard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7 — </a:t>
            </a:r>
            <a:r>
              <a:rPr sz="1700">
                <a:solidFill>
                  <a:srgbClr val="1A1A1A"/>
                </a:solidFill>
                <a:latin typeface="Calibri"/>
              </a:rPr>
              <a:t>first real metric reading. Compare to the pre-pilot baseline.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8 — </a:t>
            </a:r>
            <a:r>
              <a:rPr sz="1700">
                <a:solidFill>
                  <a:srgbClr val="1A1A1A"/>
                </a:solidFill>
                <a:latin typeface="Calibri"/>
              </a:rPr>
              <a:t>share the early result — wins AND surprises — to your coalition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End of month — </a:t>
            </a:r>
            <a:r>
              <a:rPr sz="1700">
                <a:solidFill>
                  <a:srgbClr val="1A1A1A"/>
                </a:solidFill>
                <a:latin typeface="Calibri"/>
              </a:rPr>
              <a:t>a go / iterate / kill decision on the pilot, in writing.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Days 61–90 — Scale · Communicate · Set the rhythm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Move from “a thing happening” to “the way we work.”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9 — </a:t>
            </a:r>
            <a:r>
              <a:rPr sz="1700">
                <a:solidFill>
                  <a:srgbClr val="1A1A1A"/>
                </a:solidFill>
                <a:latin typeface="Calibri"/>
              </a:rPr>
              <a:t>expand the pilot to a second team. Apply the lessons.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10 — </a:t>
            </a:r>
            <a:r>
              <a:rPr sz="1700">
                <a:solidFill>
                  <a:srgbClr val="1A1A1A"/>
                </a:solidFill>
                <a:latin typeface="Calibri"/>
              </a:rPr>
              <a:t>onboard new champions; share a written runbook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11 — </a:t>
            </a:r>
            <a:r>
              <a:rPr sz="1700">
                <a:solidFill>
                  <a:srgbClr val="1A1A1A"/>
                </a:solidFill>
                <a:latin typeface="Calibri"/>
              </a:rPr>
              <a:t>first formal review with the AI Governance Committee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Week 12 — </a:t>
            </a:r>
            <a:r>
              <a:rPr sz="1700">
                <a:solidFill>
                  <a:srgbClr val="1A1A1A"/>
                </a:solidFill>
                <a:latin typeface="Calibri"/>
              </a:rPr>
              <a:t>publish externally — to customers, partners, the board — what you've learned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282"/>
                </a:solidFill>
                <a:latin typeface="Calibri"/>
              </a:rPr>
              <a:t>• End of quarter — </a:t>
            </a:r>
            <a:r>
              <a:rPr sz="1700">
                <a:solidFill>
                  <a:srgbClr val="1A1A1A"/>
                </a:solidFill>
                <a:latin typeface="Calibri"/>
              </a:rPr>
              <a:t>set the cadence — monthly review, quarterly strategy refresh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Leading indicators of success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Before the headline ROI lands, watch these.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Time-to-pilot — </a:t>
            </a:r>
            <a:r>
              <a:rPr sz="1600">
                <a:solidFill>
                  <a:srgbClr val="1A1A1A"/>
                </a:solidFill>
                <a:latin typeface="Calibri"/>
              </a:rPr>
              <a:t>from idea to first user in days, not quarters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Adoption — </a:t>
            </a:r>
            <a:r>
              <a:rPr sz="1600">
                <a:solidFill>
                  <a:srgbClr val="1A1A1A"/>
                </a:solidFill>
                <a:latin typeface="Calibri"/>
              </a:rPr>
              <a:t>% of intended users actively using it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Quality — </a:t>
            </a:r>
            <a:r>
              <a:rPr sz="1600">
                <a:solidFill>
                  <a:srgbClr val="1A1A1A"/>
                </a:solidFill>
                <a:latin typeface="Calibri"/>
              </a:rPr>
              <a:t>eval scores, user feedback, escalation rate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Risk register growth + closure — </a:t>
            </a:r>
            <a:r>
              <a:rPr sz="1600">
                <a:solidFill>
                  <a:srgbClr val="1A1A1A"/>
                </a:solidFill>
                <a:latin typeface="Calibri"/>
              </a:rPr>
              <a:t>you're finding risks AND closing them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Coalition expansion — </a:t>
            </a:r>
            <a:r>
              <a:rPr sz="1600">
                <a:solidFill>
                  <a:srgbClr val="1A1A1A"/>
                </a:solidFill>
                <a:latin typeface="Calibri"/>
              </a:rPr>
              <a:t>new champions, new pilots in adjacent teams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Sponsor engagement — </a:t>
            </a:r>
            <a:r>
              <a:rPr sz="1600">
                <a:solidFill>
                  <a:srgbClr val="1A1A1A"/>
                </a:solidFill>
                <a:latin typeface="Calibri"/>
              </a:rPr>
              <a:t>they ask about it without you initiating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5400" b="1">
                <a:solidFill>
                  <a:srgbClr val="1F3282"/>
                </a:solidFill>
                <a:latin typeface="Calibri"/>
              </a:rPr>
              <a:t>Pulling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The last quarter-mile of the workshop.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26280"/>
            <a:ext cx="3657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The value dashboard you'll build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Six metrics that prove AI is working — and warn you when it isn't.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5" y="2103120"/>
            <a:ext cx="3657600" cy="502920"/>
          </a:xfrm>
          <a:prstGeom prst="roundRect">
            <a:avLst/>
          </a:prstGeom>
          <a:solidFill>
            <a:srgbClr val="1F3282"/>
          </a:solidFill>
          <a:ln w="190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5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active users / intended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5676" y="2103120"/>
            <a:ext cx="3657600" cy="502920"/>
          </a:xfrm>
          <a:prstGeom prst="roundRect">
            <a:avLst/>
          </a:prstGeom>
          <a:solidFill>
            <a:srgbClr val="4DA2A8"/>
          </a:solidFill>
          <a:ln w="190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283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eval scores, escalation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436" y="210312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0436" y="2103120"/>
            <a:ext cx="3657600" cy="502920"/>
          </a:xfrm>
          <a:prstGeom prst="roundRect">
            <a:avLst/>
          </a:prstGeom>
          <a:solidFill>
            <a:srgbClr val="76A957"/>
          </a:solidFill>
          <a:ln w="19050">
            <a:solidFill>
              <a:srgbClr val="76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2148839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316" y="274320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the business KPI tied to the use 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" y="4114800"/>
            <a:ext cx="3657600" cy="502920"/>
          </a:xfrm>
          <a:prstGeom prst="roundRect">
            <a:avLst/>
          </a:prstGeom>
          <a:solidFill>
            <a:srgbClr val="E86E2A"/>
          </a:solidFill>
          <a:ln w="190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$/outcome — and trend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5676" y="4114800"/>
            <a:ext cx="3657600" cy="502920"/>
          </a:xfrm>
          <a:prstGeom prst="roundRect">
            <a:avLst/>
          </a:prstGeom>
          <a:solidFill>
            <a:srgbClr val="C41E3A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283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open risks, closed risks, severity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436" y="4114800"/>
            <a:ext cx="3657600" cy="18288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60436" y="4114800"/>
            <a:ext cx="3657600" cy="502920"/>
          </a:xfrm>
          <a:prstGeom prst="roundRect">
            <a:avLst/>
          </a:prstGeom>
          <a:solidFill>
            <a:srgbClr val="6A4C93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7596" y="4160520"/>
            <a:ext cx="338328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Coalition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316" y="4754880"/>
            <a:ext cx="3291840" cy="105156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active champions, pilots in flight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600" b="1">
                <a:solidFill>
                  <a:srgbClr val="1F3282"/>
                </a:solidFill>
                <a:latin typeface="Calibri"/>
              </a:rPr>
              <a:t>Continuous learning paths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What to read, listen to, and follow — generic categories that age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Industry research — </a:t>
            </a:r>
            <a:r>
              <a:rPr sz="1600">
                <a:solidFill>
                  <a:srgbClr val="1A1A1A"/>
                </a:solidFill>
                <a:latin typeface="Calibri"/>
              </a:rPr>
              <a:t>any vendor-neutral research firm covering enterprise AI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Practitioner blogs — </a:t>
            </a:r>
            <a:r>
              <a:rPr sz="1600">
                <a:solidFill>
                  <a:srgbClr val="1A1A1A"/>
                </a:solidFill>
                <a:latin typeface="Calibri"/>
              </a:rPr>
              <a:t>engineering blogs from AI labs and AI-native companies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Policy + governance — </a:t>
            </a:r>
            <a:r>
              <a:rPr sz="1600">
                <a:solidFill>
                  <a:srgbClr val="1A1A1A"/>
                </a:solidFill>
                <a:latin typeface="Calibri"/>
              </a:rPr>
              <a:t>your local government's AI policy office; NIST AI RMF updates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Communities — </a:t>
            </a:r>
            <a:r>
              <a:rPr sz="1600">
                <a:solidFill>
                  <a:srgbClr val="1A1A1A"/>
                </a:solidFill>
                <a:latin typeface="Calibri"/>
              </a:rPr>
              <a:t>local AI meetups, professional associations in your sector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Hands-on — </a:t>
            </a:r>
            <a:r>
              <a:rPr sz="1600">
                <a:solidFill>
                  <a:srgbClr val="1A1A1A"/>
                </a:solidFill>
                <a:latin typeface="Calibri"/>
              </a:rPr>
              <a:t>spend two hours a week prompting, building, evaluating — don't outsource literacy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282"/>
                </a:solidFill>
                <a:latin typeface="Calibri"/>
              </a:rPr>
              <a:t>• Internal — </a:t>
            </a:r>
            <a:r>
              <a:rPr sz="1600">
                <a:solidFill>
                  <a:srgbClr val="1A1A1A"/>
                </a:solidFill>
                <a:latin typeface="Calibri"/>
              </a:rPr>
              <a:t>your engineering team's eval reports — the most valuable read in your inbox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4200" b="1">
                <a:solidFill>
                  <a:srgbClr val="1F3282"/>
                </a:solidFill>
                <a:latin typeface="Calibri"/>
              </a:rPr>
              <a:t>Three takeaways from the 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5943600" cy="0"/>
          </a:xfrm>
          <a:prstGeom prst="line">
            <a:avLst/>
          </a:prstGeom>
          <a:ln w="38100">
            <a:solidFill>
              <a:srgbClr val="E86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5195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1F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96795" y="2651760"/>
            <a:ext cx="914400" cy="914400"/>
          </a:xfrm>
          <a:prstGeom prst="ellipse">
            <a:avLst/>
          </a:prstGeom>
          <a:solidFill>
            <a:srgbClr val="1F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96795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000" b="1">
                <a:solidFill>
                  <a:srgbClr val="1F3282"/>
                </a:solidFill>
                <a:latin typeface="Calibri"/>
              </a:rPr>
              <a:t>LLMs are one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You now have a mental map of the whole AI landscape — agentic, multi-modal, VLAs, 3D, GNNs.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86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E86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727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55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000" b="1">
                <a:solidFill>
                  <a:srgbClr val="E86E2A"/>
                </a:solidFill>
                <a:latin typeface="Calibri"/>
              </a:rPr>
              <a:t>Risk is your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NIST AI RMF anchors the work. Govern · Map · Measure · Manage, every quarter.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6156" y="2286000"/>
            <a:ext cx="3657600" cy="402336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DA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77756" y="2651760"/>
            <a:ext cx="914400" cy="914400"/>
          </a:xfrm>
          <a:prstGeom prst="ellipse">
            <a:avLst/>
          </a:prstGeom>
          <a:solidFill>
            <a:srgbClr val="4DA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77756" y="2697480"/>
            <a:ext cx="914400" cy="914400"/>
          </a:xfrm>
          <a:prstGeom prst="rect">
            <a:avLst/>
          </a:prstGeom>
          <a:noFill/>
        </p:spPr>
        <p:txBody>
          <a:bodyPr wrap="square" lIns="4572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036" y="3749039"/>
            <a:ext cx="329184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2000" b="1">
                <a:solidFill>
                  <a:srgbClr val="4DA2A8"/>
                </a:solidFill>
                <a:latin typeface="Calibri"/>
              </a:rPr>
              <a:t>Lead with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6" y="4480560"/>
            <a:ext cx="3108960" cy="16459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Strategy you can't communicate doesn't ship. Concrete numbers, named workflows, plain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4637</TotalTime>
  <Words>3651</Words>
  <Application>Microsoft Macintosh PowerPoint</Application>
  <PresentationFormat>Widescreen</PresentationFormat>
  <Paragraphs>423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Avenir Black</vt:lpstr>
      <vt:lpstr>Avenir Medium</vt:lpstr>
      <vt:lpstr>Calibri</vt:lpstr>
      <vt:lpstr>Wingdings</vt:lpstr>
      <vt:lpstr>Office Theme</vt:lpstr>
      <vt:lpstr>Module 4 — Communication &amp; Leadership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Berger, Deb [VPR]</dc:creator>
  <cp:lastModifiedBy>Balu, Aditya [TRAC]</cp:lastModifiedBy>
  <cp:revision>97</cp:revision>
  <dcterms:created xsi:type="dcterms:W3CDTF">2022-04-05T17:11:00Z</dcterms:created>
  <dcterms:modified xsi:type="dcterms:W3CDTF">2026-05-08T01:30:16Z</dcterms:modified>
</cp:coreProperties>
</file>